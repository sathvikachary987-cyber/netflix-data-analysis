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heme/theme2.xml" ContentType="application/vnd.openxmlformats-officedocument.theme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notesSlides/notesSlide1.xml" ContentType="application/vnd.openxmlformats-officedocument.presentationml.notesSlide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92" r:id="rId4"/>
    <p:sldId id="291" r:id="rId5"/>
    <p:sldId id="290" r:id="rId6"/>
    <p:sldId id="289" r:id="rId7"/>
    <p:sldId id="288" r:id="rId8"/>
    <p:sldId id="287" r:id="rId9"/>
    <p:sldId id="286" r:id="rId10"/>
    <p:sldId id="285" r:id="rId11"/>
    <p:sldId id="284" r:id="rId12"/>
    <p:sldId id="283" r:id="rId13"/>
    <p:sldId id="282" r:id="rId14"/>
    <p:sldId id="281" r:id="rId15"/>
    <p:sldId id="280" r:id="rId16"/>
    <p:sldId id="279" r:id="rId17"/>
    <p:sldId id="278" r:id="rId18"/>
    <p:sldId id="277" r:id="rId19"/>
    <p:sldId id="276" r:id="rId20"/>
    <p:sldId id="275" r:id="rId21"/>
    <p:sldId id="274" r:id="rId22"/>
    <p:sldId id="273" r:id="rId23"/>
    <p:sldId id="272" r:id="rId24"/>
    <p:sldId id="271" r:id="rId25"/>
    <p:sldId id="270" r:id="rId26"/>
    <p:sldId id="269" r:id="rId27"/>
    <p:sldId id="268" r:id="rId28"/>
    <p:sldId id="295" r:id="rId29"/>
    <p:sldId id="267" r:id="rId30"/>
    <p:sldId id="266" r:id="rId31"/>
    <p:sldId id="294" r:id="rId32"/>
    <p:sldId id="293" r:id="rId33"/>
    <p:sldId id="297" r:id="rId34"/>
    <p:sldId id="30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77" y="197"/>
      </p:cViewPr>
      <p:guideLst>
        <p:guide orient="horz" pos="2160"/>
        <p:guide pos="384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thvika chary" userId="9132a80157b59e5b" providerId="LiveId" clId="{487B9433-65A5-47C5-9FAE-DE5E73E1AB92}"/>
    <pc:docChg chg="custSel modSld">
      <pc:chgData name="sathvika chary" userId="9132a80157b59e5b" providerId="LiveId" clId="{487B9433-65A5-47C5-9FAE-DE5E73E1AB92}" dt="2025-12-23T15:40:49.481" v="52" actId="20577"/>
      <pc:docMkLst>
        <pc:docMk/>
      </pc:docMkLst>
      <pc:sldChg chg="modSp mod">
        <pc:chgData name="sathvika chary" userId="9132a80157b59e5b" providerId="LiveId" clId="{487B9433-65A5-47C5-9FAE-DE5E73E1AB92}" dt="2025-12-11T14:26:35.565" v="0" actId="255"/>
        <pc:sldMkLst>
          <pc:docMk/>
          <pc:sldMk cId="0" sldId="258"/>
        </pc:sldMkLst>
        <pc:spChg chg="mod">
          <ac:chgData name="sathvika chary" userId="9132a80157b59e5b" providerId="LiveId" clId="{487B9433-65A5-47C5-9FAE-DE5E73E1AB92}" dt="2025-12-11T14:26:35.565" v="0" actId="255"/>
          <ac:spMkLst>
            <pc:docMk/>
            <pc:sldMk cId="0" sldId="258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4:15.661" v="32" actId="255"/>
        <pc:sldMkLst>
          <pc:docMk/>
          <pc:sldMk cId="0" sldId="266"/>
        </pc:sldMkLst>
        <pc:spChg chg="mod">
          <ac:chgData name="sathvika chary" userId="9132a80157b59e5b" providerId="LiveId" clId="{487B9433-65A5-47C5-9FAE-DE5E73E1AB92}" dt="2025-12-11T14:34:15.661" v="32" actId="255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3:21.690" v="28" actId="20577"/>
        <pc:sldMkLst>
          <pc:docMk/>
          <pc:sldMk cId="0" sldId="268"/>
        </pc:sldMkLst>
        <pc:spChg chg="mod">
          <ac:chgData name="sathvika chary" userId="9132a80157b59e5b" providerId="LiveId" clId="{487B9433-65A5-47C5-9FAE-DE5E73E1AB92}" dt="2025-12-11T14:33:21.690" v="28" actId="20577"/>
          <ac:spMkLst>
            <pc:docMk/>
            <pc:sldMk cId="0" sldId="268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3:02.316" v="26" actId="255"/>
        <pc:sldMkLst>
          <pc:docMk/>
          <pc:sldMk cId="0" sldId="269"/>
        </pc:sldMkLst>
        <pc:spChg chg="mod">
          <ac:chgData name="sathvika chary" userId="9132a80157b59e5b" providerId="LiveId" clId="{487B9433-65A5-47C5-9FAE-DE5E73E1AB92}" dt="2025-12-11T14:33:02.316" v="26" actId="255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23T15:40:49.481" v="52" actId="20577"/>
        <pc:sldMkLst>
          <pc:docMk/>
          <pc:sldMk cId="0" sldId="270"/>
        </pc:sldMkLst>
        <pc:spChg chg="mod">
          <ac:chgData name="sathvika chary" userId="9132a80157b59e5b" providerId="LiveId" clId="{487B9433-65A5-47C5-9FAE-DE5E73E1AB92}" dt="2025-12-18T04:46:34.847" v="48" actId="1076"/>
          <ac:spMkLst>
            <pc:docMk/>
            <pc:sldMk cId="0" sldId="270"/>
            <ac:spMk id="2" creationId="{00000000-0000-0000-0000-000000000000}"/>
          </ac:spMkLst>
        </pc:spChg>
        <pc:spChg chg="mod">
          <ac:chgData name="sathvika chary" userId="9132a80157b59e5b" providerId="LiveId" clId="{487B9433-65A5-47C5-9FAE-DE5E73E1AB92}" dt="2025-12-23T15:40:49.481" v="52" actId="2057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2:36.146" v="24" actId="255"/>
        <pc:sldMkLst>
          <pc:docMk/>
          <pc:sldMk cId="0" sldId="271"/>
        </pc:sldMkLst>
        <pc:spChg chg="mod">
          <ac:chgData name="sathvika chary" userId="9132a80157b59e5b" providerId="LiveId" clId="{487B9433-65A5-47C5-9FAE-DE5E73E1AB92}" dt="2025-12-11T14:32:36.146" v="24" actId="255"/>
          <ac:spMkLst>
            <pc:docMk/>
            <pc:sldMk cId="0" sldId="271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2:19.779" v="22" actId="255"/>
        <pc:sldMkLst>
          <pc:docMk/>
          <pc:sldMk cId="0" sldId="272"/>
        </pc:sldMkLst>
        <pc:spChg chg="mod">
          <ac:chgData name="sathvika chary" userId="9132a80157b59e5b" providerId="LiveId" clId="{487B9433-65A5-47C5-9FAE-DE5E73E1AB92}" dt="2025-12-11T14:32:19.779" v="22" actId="255"/>
          <ac:spMkLst>
            <pc:docMk/>
            <pc:sldMk cId="0" sldId="272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2:06.429" v="21" actId="255"/>
        <pc:sldMkLst>
          <pc:docMk/>
          <pc:sldMk cId="0" sldId="273"/>
        </pc:sldMkLst>
        <pc:spChg chg="mod">
          <ac:chgData name="sathvika chary" userId="9132a80157b59e5b" providerId="LiveId" clId="{487B9433-65A5-47C5-9FAE-DE5E73E1AB92}" dt="2025-12-11T14:32:06.429" v="21" actId="255"/>
          <ac:spMkLst>
            <pc:docMk/>
            <pc:sldMk cId="0" sldId="273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0:52.302" v="18" actId="255"/>
        <pc:sldMkLst>
          <pc:docMk/>
          <pc:sldMk cId="0" sldId="274"/>
        </pc:sldMkLst>
        <pc:spChg chg="mod">
          <ac:chgData name="sathvika chary" userId="9132a80157b59e5b" providerId="LiveId" clId="{487B9433-65A5-47C5-9FAE-DE5E73E1AB92}" dt="2025-12-11T14:30:52.302" v="18" actId="255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5:15.597" v="36" actId="20577"/>
        <pc:sldMkLst>
          <pc:docMk/>
          <pc:sldMk cId="0" sldId="275"/>
        </pc:sldMkLst>
        <pc:spChg chg="mod">
          <ac:chgData name="sathvika chary" userId="9132a80157b59e5b" providerId="LiveId" clId="{487B9433-65A5-47C5-9FAE-DE5E73E1AB92}" dt="2025-12-11T14:35:15.597" v="36" actId="20577"/>
          <ac:spMkLst>
            <pc:docMk/>
            <pc:sldMk cId="0" sldId="275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0:24.975" v="16" actId="255"/>
        <pc:sldMkLst>
          <pc:docMk/>
          <pc:sldMk cId="0" sldId="276"/>
        </pc:sldMkLst>
        <pc:spChg chg="mod">
          <ac:chgData name="sathvika chary" userId="9132a80157b59e5b" providerId="LiveId" clId="{487B9433-65A5-47C5-9FAE-DE5E73E1AB92}" dt="2025-12-11T14:30:24.975" v="16" actId="255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5:24.211" v="37" actId="20577"/>
        <pc:sldMkLst>
          <pc:docMk/>
          <pc:sldMk cId="0" sldId="277"/>
        </pc:sldMkLst>
        <pc:spChg chg="mod">
          <ac:chgData name="sathvika chary" userId="9132a80157b59e5b" providerId="LiveId" clId="{487B9433-65A5-47C5-9FAE-DE5E73E1AB92}" dt="2025-12-11T14:35:24.211" v="37" actId="20577"/>
          <ac:spMkLst>
            <pc:docMk/>
            <pc:sldMk cId="0" sldId="277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9:36.998" v="14" actId="255"/>
        <pc:sldMkLst>
          <pc:docMk/>
          <pc:sldMk cId="0" sldId="278"/>
        </pc:sldMkLst>
        <pc:spChg chg="mod">
          <ac:chgData name="sathvika chary" userId="9132a80157b59e5b" providerId="LiveId" clId="{487B9433-65A5-47C5-9FAE-DE5E73E1AB92}" dt="2025-12-11T14:29:36.998" v="14" actId="255"/>
          <ac:spMkLst>
            <pc:docMk/>
            <pc:sldMk cId="0" sldId="278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5:32.143" v="38" actId="20577"/>
        <pc:sldMkLst>
          <pc:docMk/>
          <pc:sldMk cId="0" sldId="279"/>
        </pc:sldMkLst>
        <pc:spChg chg="mod">
          <ac:chgData name="sathvika chary" userId="9132a80157b59e5b" providerId="LiveId" clId="{487B9433-65A5-47C5-9FAE-DE5E73E1AB92}" dt="2025-12-11T14:35:32.143" v="38" actId="20577"/>
          <ac:spMkLst>
            <pc:docMk/>
            <pc:sldMk cId="0" sldId="279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9:11.008" v="12" actId="255"/>
        <pc:sldMkLst>
          <pc:docMk/>
          <pc:sldMk cId="0" sldId="280"/>
        </pc:sldMkLst>
        <pc:spChg chg="mod">
          <ac:chgData name="sathvika chary" userId="9132a80157b59e5b" providerId="LiveId" clId="{487B9433-65A5-47C5-9FAE-DE5E73E1AB92}" dt="2025-12-11T14:29:11.008" v="12" actId="255"/>
          <ac:spMkLst>
            <pc:docMk/>
            <pc:sldMk cId="0" sldId="280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5:39.471" v="39" actId="20577"/>
        <pc:sldMkLst>
          <pc:docMk/>
          <pc:sldMk cId="0" sldId="281"/>
        </pc:sldMkLst>
        <pc:spChg chg="mod">
          <ac:chgData name="sathvika chary" userId="9132a80157b59e5b" providerId="LiveId" clId="{487B9433-65A5-47C5-9FAE-DE5E73E1AB92}" dt="2025-12-11T14:35:39.471" v="39" actId="20577"/>
          <ac:spMkLst>
            <pc:docMk/>
            <pc:sldMk cId="0" sldId="281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8:37.661" v="10" actId="255"/>
        <pc:sldMkLst>
          <pc:docMk/>
          <pc:sldMk cId="0" sldId="282"/>
        </pc:sldMkLst>
        <pc:spChg chg="mod">
          <ac:chgData name="sathvika chary" userId="9132a80157b59e5b" providerId="LiveId" clId="{487B9433-65A5-47C5-9FAE-DE5E73E1AB92}" dt="2025-12-11T14:28:37.661" v="10" actId="255"/>
          <ac:spMkLst>
            <pc:docMk/>
            <pc:sldMk cId="0" sldId="282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6:21.765" v="40" actId="20577"/>
        <pc:sldMkLst>
          <pc:docMk/>
          <pc:sldMk cId="0" sldId="283"/>
        </pc:sldMkLst>
        <pc:spChg chg="mod">
          <ac:chgData name="sathvika chary" userId="9132a80157b59e5b" providerId="LiveId" clId="{487B9433-65A5-47C5-9FAE-DE5E73E1AB92}" dt="2025-12-11T14:36:21.765" v="40" actId="20577"/>
          <ac:spMkLst>
            <pc:docMk/>
            <pc:sldMk cId="0" sldId="283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8:07.551" v="8" actId="255"/>
        <pc:sldMkLst>
          <pc:docMk/>
          <pc:sldMk cId="0" sldId="284"/>
        </pc:sldMkLst>
        <pc:spChg chg="mod">
          <ac:chgData name="sathvika chary" userId="9132a80157b59e5b" providerId="LiveId" clId="{487B9433-65A5-47C5-9FAE-DE5E73E1AB92}" dt="2025-12-11T14:28:07.551" v="8" actId="255"/>
          <ac:spMkLst>
            <pc:docMk/>
            <pc:sldMk cId="0" sldId="284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6:57.992" v="43" actId="255"/>
        <pc:sldMkLst>
          <pc:docMk/>
          <pc:sldMk cId="0" sldId="285"/>
        </pc:sldMkLst>
        <pc:spChg chg="mod">
          <ac:chgData name="sathvika chary" userId="9132a80157b59e5b" providerId="LiveId" clId="{487B9433-65A5-47C5-9FAE-DE5E73E1AB92}" dt="2025-12-11T14:27:57.266" v="7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sathvika chary" userId="9132a80157b59e5b" providerId="LiveId" clId="{487B9433-65A5-47C5-9FAE-DE5E73E1AB92}" dt="2025-12-11T14:36:57.992" v="43" actId="255"/>
          <ac:spMkLst>
            <pc:docMk/>
            <pc:sldMk cId="0" sldId="285"/>
            <ac:spMk id="5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7:45.427" v="6" actId="255"/>
        <pc:sldMkLst>
          <pc:docMk/>
          <pc:sldMk cId="0" sldId="286"/>
        </pc:sldMkLst>
        <pc:spChg chg="mod">
          <ac:chgData name="sathvika chary" userId="9132a80157b59e5b" providerId="LiveId" clId="{487B9433-65A5-47C5-9FAE-DE5E73E1AB92}" dt="2025-12-11T14:27:45.427" v="6" actId="255"/>
          <ac:spMkLst>
            <pc:docMk/>
            <pc:sldMk cId="0" sldId="286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7:32.168" v="5" actId="255"/>
        <pc:sldMkLst>
          <pc:docMk/>
          <pc:sldMk cId="0" sldId="287"/>
        </pc:sldMkLst>
        <pc:spChg chg="mod">
          <ac:chgData name="sathvika chary" userId="9132a80157b59e5b" providerId="LiveId" clId="{487B9433-65A5-47C5-9FAE-DE5E73E1AB92}" dt="2025-12-11T14:27:32.168" v="5" actId="255"/>
          <ac:spMkLst>
            <pc:docMk/>
            <pc:sldMk cId="0" sldId="287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7:22.246" v="4" actId="255"/>
        <pc:sldMkLst>
          <pc:docMk/>
          <pc:sldMk cId="0" sldId="288"/>
        </pc:sldMkLst>
        <pc:spChg chg="mod">
          <ac:chgData name="sathvika chary" userId="9132a80157b59e5b" providerId="LiveId" clId="{487B9433-65A5-47C5-9FAE-DE5E73E1AB92}" dt="2025-12-11T14:27:22.246" v="4" actId="255"/>
          <ac:spMkLst>
            <pc:docMk/>
            <pc:sldMk cId="0" sldId="288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7:09.124" v="3" actId="255"/>
        <pc:sldMkLst>
          <pc:docMk/>
          <pc:sldMk cId="0" sldId="289"/>
        </pc:sldMkLst>
        <pc:spChg chg="mod">
          <ac:chgData name="sathvika chary" userId="9132a80157b59e5b" providerId="LiveId" clId="{487B9433-65A5-47C5-9FAE-DE5E73E1AB92}" dt="2025-12-11T14:27:09.124" v="3" actId="255"/>
          <ac:spMkLst>
            <pc:docMk/>
            <pc:sldMk cId="0" sldId="289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26:57.636" v="2" actId="255"/>
        <pc:sldMkLst>
          <pc:docMk/>
          <pc:sldMk cId="0" sldId="290"/>
        </pc:sldMkLst>
        <pc:spChg chg="mod">
          <ac:chgData name="sathvika chary" userId="9132a80157b59e5b" providerId="LiveId" clId="{487B9433-65A5-47C5-9FAE-DE5E73E1AB92}" dt="2025-12-11T14:26:57.636" v="2" actId="255"/>
          <ac:spMkLst>
            <pc:docMk/>
            <pc:sldMk cId="0" sldId="290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7:45.356" v="44" actId="255"/>
        <pc:sldMkLst>
          <pc:docMk/>
          <pc:sldMk cId="0" sldId="291"/>
        </pc:sldMkLst>
        <pc:spChg chg="mod">
          <ac:chgData name="sathvika chary" userId="9132a80157b59e5b" providerId="LiveId" clId="{487B9433-65A5-47C5-9FAE-DE5E73E1AB92}" dt="2025-12-11T14:37:45.356" v="44" actId="255"/>
          <ac:spMkLst>
            <pc:docMk/>
            <pc:sldMk cId="0" sldId="291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8:29.935" v="46" actId="20577"/>
        <pc:sldMkLst>
          <pc:docMk/>
          <pc:sldMk cId="0" sldId="292"/>
        </pc:sldMkLst>
        <pc:spChg chg="mod">
          <ac:chgData name="sathvika chary" userId="9132a80157b59e5b" providerId="LiveId" clId="{487B9433-65A5-47C5-9FAE-DE5E73E1AB92}" dt="2025-12-11T14:26:46.245" v="1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sathvika chary" userId="9132a80157b59e5b" providerId="LiveId" clId="{487B9433-65A5-47C5-9FAE-DE5E73E1AB92}" dt="2025-12-11T14:38:29.935" v="46" actId="20577"/>
          <ac:spMkLst>
            <pc:docMk/>
            <pc:sldMk cId="0" sldId="292"/>
            <ac:spMk id="3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4:41.465" v="34" actId="255"/>
        <pc:sldMkLst>
          <pc:docMk/>
          <pc:sldMk cId="0" sldId="293"/>
        </pc:sldMkLst>
        <pc:spChg chg="mod">
          <ac:chgData name="sathvika chary" userId="9132a80157b59e5b" providerId="LiveId" clId="{487B9433-65A5-47C5-9FAE-DE5E73E1AB92}" dt="2025-12-11T14:34:41.465" v="34" actId="255"/>
          <ac:spMkLst>
            <pc:docMk/>
            <pc:sldMk cId="0" sldId="293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3:56.211" v="30" actId="255"/>
        <pc:sldMkLst>
          <pc:docMk/>
          <pc:sldMk cId="0" sldId="294"/>
        </pc:sldMkLst>
        <pc:spChg chg="mod">
          <ac:chgData name="sathvika chary" userId="9132a80157b59e5b" providerId="LiveId" clId="{487B9433-65A5-47C5-9FAE-DE5E73E1AB92}" dt="2025-12-11T14:33:56.211" v="30" actId="255"/>
          <ac:spMkLst>
            <pc:docMk/>
            <pc:sldMk cId="0" sldId="294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3:35.052" v="29" actId="255"/>
        <pc:sldMkLst>
          <pc:docMk/>
          <pc:sldMk cId="0" sldId="295"/>
        </pc:sldMkLst>
        <pc:spChg chg="mod">
          <ac:chgData name="sathvika chary" userId="9132a80157b59e5b" providerId="LiveId" clId="{487B9433-65A5-47C5-9FAE-DE5E73E1AB92}" dt="2025-12-11T14:33:35.052" v="29" actId="255"/>
          <ac:spMkLst>
            <pc:docMk/>
            <pc:sldMk cId="0" sldId="295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34:50.491" v="35" actId="255"/>
        <pc:sldMkLst>
          <pc:docMk/>
          <pc:sldMk cId="0" sldId="297"/>
        </pc:sldMkLst>
        <pc:spChg chg="mod">
          <ac:chgData name="sathvika chary" userId="9132a80157b59e5b" providerId="LiveId" clId="{487B9433-65A5-47C5-9FAE-DE5E73E1AB92}" dt="2025-12-11T14:34:50.491" v="35" actId="255"/>
          <ac:spMkLst>
            <pc:docMk/>
            <pc:sldMk cId="0" sldId="297"/>
            <ac:spMk id="2" creationId="{00000000-0000-0000-0000-000000000000}"/>
          </ac:spMkLst>
        </pc:spChg>
      </pc:sldChg>
      <pc:sldChg chg="modSp mod">
        <pc:chgData name="sathvika chary" userId="9132a80157b59e5b" providerId="LiveId" clId="{487B9433-65A5-47C5-9FAE-DE5E73E1AB92}" dt="2025-12-11T14:41:08.390" v="47" actId="255"/>
        <pc:sldMkLst>
          <pc:docMk/>
          <pc:sldMk cId="0" sldId="300"/>
        </pc:sldMkLst>
        <pc:spChg chg="mod">
          <ac:chgData name="sathvika chary" userId="9132a80157b59e5b" providerId="LiveId" clId="{487B9433-65A5-47C5-9FAE-DE5E73E1AB92}" dt="2025-12-11T14:41:08.390" v="47" actId="255"/>
          <ac:spMkLst>
            <pc:docMk/>
            <pc:sldMk cId="0" sldId="300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tags" Target="../tags/tag2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17" Type="http://schemas.openxmlformats.org/officeDocument/2006/relationships/image" Target="../media/image2.png"/><Relationship Id="rId2" Type="http://schemas.openxmlformats.org/officeDocument/2006/relationships/tags" Target="../tags/tag10.xml"/><Relationship Id="rId16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5" Type="http://schemas.openxmlformats.org/officeDocument/2006/relationships/tags" Target="../tags/tag23.xml"/><Relationship Id="rId10" Type="http://schemas.openxmlformats.org/officeDocument/2006/relationships/tags" Target="../tags/tag18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tags" Target="../tags/tag22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3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8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44.xml"/><Relationship Id="rId7" Type="http://schemas.openxmlformats.org/officeDocument/2006/relationships/tags" Target="../tags/tag48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56.xml"/><Relationship Id="rId3" Type="http://schemas.openxmlformats.org/officeDocument/2006/relationships/tags" Target="../tags/tag51.xml"/><Relationship Id="rId7" Type="http://schemas.openxmlformats.org/officeDocument/2006/relationships/tags" Target="../tags/tag55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60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67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13" Type="http://schemas.openxmlformats.org/officeDocument/2006/relationships/tags" Target="../tags/tag86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5" Type="http://schemas.openxmlformats.org/officeDocument/2006/relationships/tags" Target="../tags/tag78.xml"/><Relationship Id="rId15" Type="http://schemas.openxmlformats.org/officeDocument/2006/relationships/image" Target="../media/image2.png"/><Relationship Id="rId10" Type="http://schemas.openxmlformats.org/officeDocument/2006/relationships/tags" Target="../tags/tag83.xml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 descr="幻灯片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>
            <a:duotone>
              <a:prstClr val="black"/>
              <a:schemeClr val="accent1">
                <a:tint val="45000"/>
                <a:satMod val="400000"/>
              </a:schemeClr>
            </a:duotone>
            <a:lum bright="24000" contrast="4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署名"/>
          <p:cNvSpPr txBox="1">
            <a:spLocks noGrp="1"/>
          </p:cNvSpPr>
          <p:nvPr>
            <p:ph type="body" idx="14" hasCustomPrompt="1"/>
            <p:custDataLst>
              <p:tags r:id="rId2"/>
            </p:custDataLst>
          </p:nvPr>
        </p:nvSpPr>
        <p:spPr>
          <a:xfrm>
            <a:off x="1398393" y="5001282"/>
            <a:ext cx="2880000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1400" b="0" i="0" u="none" strike="noStrike" kern="1200" cap="none" spc="0" normalizeH="0" baseline="0" noProof="1" dirty="0">
                <a:solidFill>
                  <a:srgbClr val="FFFFFF"/>
                </a:solidFill>
                <a:latin typeface="+mn-lt"/>
              </a:defRPr>
            </a:lvl1pPr>
          </a:lstStyle>
          <a:p>
            <a:pPr lvl="0" algn="l">
              <a:lnSpc>
                <a:spcPct val="150000"/>
              </a:lnSpc>
            </a:pPr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9" name="副标题"/>
          <p:cNvSpPr txBox="1">
            <a:spLocks noGrp="1"/>
          </p:cNvSpPr>
          <p:nvPr>
            <p:ph type="body" idx="13" hasCustomPrompt="1"/>
            <p:custDataLst>
              <p:tags r:id="rId3"/>
            </p:custDataLst>
          </p:nvPr>
        </p:nvSpPr>
        <p:spPr>
          <a:xfrm>
            <a:off x="1178078" y="3631768"/>
            <a:ext cx="6681625" cy="71925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2000" b="0" i="0" u="none" strike="noStrike" kern="1200" cap="none" spc="0" normalizeH="0" baseline="0" noProof="1" dirty="0">
                <a:solidFill>
                  <a:schemeClr val="accent1"/>
                </a:solidFill>
                <a:uFillTx/>
                <a:latin typeface="+mj-lt"/>
              </a:defRPr>
            </a:lvl1pPr>
          </a:lstStyle>
          <a:p>
            <a:pPr lvl="0" algn="l"/>
            <a:r>
              <a:rPr dirty="0">
                <a:latin typeface="+mj-lt"/>
                <a:sym typeface="+mn-ea"/>
              </a:rPr>
              <a:t>Click to add text</a:t>
            </a:r>
            <a:endParaRPr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9" hasCustomPrompt="1"/>
            <p:custDataLst>
              <p:tags r:id="rId4"/>
            </p:custDataLst>
          </p:nvPr>
        </p:nvSpPr>
        <p:spPr>
          <a:xfrm>
            <a:off x="1177925" y="715010"/>
            <a:ext cx="9223375" cy="275145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1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5"/>
            </p:custDataLst>
          </p:nvPr>
        </p:nvSpPr>
        <p:spPr>
          <a:xfrm>
            <a:off x="1178079" y="5118884"/>
            <a:ext cx="64800" cy="2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任意多边形: 形状 16"/>
          <p:cNvSpPr/>
          <p:nvPr>
            <p:custDataLst>
              <p:tags r:id="rId6"/>
            </p:custDataLst>
          </p:nvPr>
        </p:nvSpPr>
        <p:spPr>
          <a:xfrm>
            <a:off x="509572" y="487000"/>
            <a:ext cx="228600" cy="228600"/>
          </a:xfrm>
          <a:custGeom>
            <a:avLst/>
            <a:gdLst>
              <a:gd name="connsiteX0" fmla="*/ 0 w 228600"/>
              <a:gd name="connsiteY0" fmla="*/ 0 h 228600"/>
              <a:gd name="connsiteX1" fmla="*/ 228600 w 228600"/>
              <a:gd name="connsiteY1" fmla="*/ 0 h 228600"/>
              <a:gd name="connsiteX2" fmla="*/ 228600 w 228600"/>
              <a:gd name="connsiteY2" fmla="*/ 228600 h 228600"/>
              <a:gd name="connsiteX3" fmla="*/ 0 w 228600"/>
              <a:gd name="connsiteY3" fmla="*/ 228600 h 22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  <a:lnTo>
                  <a:pt x="0" y="228600"/>
                </a:lnTo>
                <a:close/>
              </a:path>
            </a:pathLst>
          </a:custGeom>
          <a:solidFill>
            <a:schemeClr val="accent1">
              <a:alpha val="1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任意多边形: 形状 17"/>
          <p:cNvSpPr/>
          <p:nvPr>
            <p:custDataLst>
              <p:tags r:id="rId7"/>
            </p:custDataLst>
          </p:nvPr>
        </p:nvSpPr>
        <p:spPr>
          <a:xfrm>
            <a:off x="537845" y="53467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2"/>
                  <a:pt x="4233" y="17445"/>
                </a:cubicBezTo>
                <a:cubicBezTo>
                  <a:pt x="3713" y="17097"/>
                  <a:pt x="3232" y="16702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2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4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4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2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2"/>
                  <a:pt x="167737" y="17097"/>
                  <a:pt x="167217" y="17445"/>
                </a:cubicBezTo>
                <a:cubicBezTo>
                  <a:pt x="166697" y="17792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2"/>
                  <a:pt x="167737" y="17097"/>
                  <a:pt x="167217" y="17445"/>
                </a:cubicBezTo>
                <a:cubicBezTo>
                  <a:pt x="166697" y="17792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2"/>
                  <a:pt x="156633" y="17445"/>
                </a:cubicBezTo>
                <a:cubicBezTo>
                  <a:pt x="156114" y="17097"/>
                  <a:pt x="155633" y="16702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2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4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4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2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2"/>
                  <a:pt x="15337" y="17097"/>
                  <a:pt x="14817" y="17445"/>
                </a:cubicBezTo>
                <a:cubicBezTo>
                  <a:pt x="14297" y="17792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2"/>
                  <a:pt x="4233" y="17445"/>
                </a:cubicBezTo>
                <a:cubicBezTo>
                  <a:pt x="3713" y="17097"/>
                  <a:pt x="3232" y="16702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2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4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4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2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任意多边形: 形状 18"/>
          <p:cNvSpPr/>
          <p:nvPr>
            <p:custDataLst>
              <p:tags r:id="rId8"/>
            </p:custDataLst>
          </p:nvPr>
        </p:nvSpPr>
        <p:spPr>
          <a:xfrm>
            <a:off x="537845" y="59182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3"/>
                  <a:pt x="156633" y="17445"/>
                </a:cubicBezTo>
                <a:cubicBezTo>
                  <a:pt x="156114" y="17097"/>
                  <a:pt x="155633" y="16703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3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5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3"/>
                  <a:pt x="15337" y="17097"/>
                  <a:pt x="14817" y="17445"/>
                </a:cubicBezTo>
                <a:cubicBezTo>
                  <a:pt x="14297" y="17793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5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3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任意多边形: 形状 19"/>
          <p:cNvSpPr/>
          <p:nvPr>
            <p:custDataLst>
              <p:tags r:id="rId9"/>
            </p:custDataLst>
          </p:nvPr>
        </p:nvSpPr>
        <p:spPr>
          <a:xfrm>
            <a:off x="537845" y="64897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3"/>
                  <a:pt x="156633" y="17445"/>
                </a:cubicBezTo>
                <a:cubicBezTo>
                  <a:pt x="156114" y="17097"/>
                  <a:pt x="155633" y="16703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3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5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3"/>
                  <a:pt x="15337" y="17097"/>
                  <a:pt x="14817" y="17445"/>
                </a:cubicBezTo>
                <a:cubicBezTo>
                  <a:pt x="14297" y="17793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5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3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任意多边形: 形状 12"/>
          <p:cNvSpPr/>
          <p:nvPr>
            <p:custDataLst>
              <p:tags r:id="rId10"/>
            </p:custDataLst>
          </p:nvPr>
        </p:nvSpPr>
        <p:spPr>
          <a:xfrm rot="13500000">
            <a:off x="11051540" y="5988685"/>
            <a:ext cx="789305" cy="6350"/>
          </a:xfrm>
          <a:custGeom>
            <a:avLst/>
            <a:gdLst>
              <a:gd name="connsiteX0" fmla="*/ 785936 w 789063"/>
              <a:gd name="connsiteY0" fmla="*/ 6019 h 6441"/>
              <a:gd name="connsiteX1" fmla="*/ 789157 w 789063"/>
              <a:gd name="connsiteY1" fmla="*/ 2798 h 6441"/>
              <a:gd name="connsiteX2" fmla="*/ 785936 w 789063"/>
              <a:gd name="connsiteY2" fmla="*/ -423 h 6441"/>
              <a:gd name="connsiteX3" fmla="*/ 785936 w 789063"/>
              <a:gd name="connsiteY3" fmla="*/ 6019 h 6441"/>
              <a:gd name="connsiteX4" fmla="*/ 785936 w 789063"/>
              <a:gd name="connsiteY4" fmla="*/ 6019 h 6441"/>
              <a:gd name="connsiteX5" fmla="*/ 93 w 789063"/>
              <a:gd name="connsiteY5" fmla="*/ 6019 h 6441"/>
              <a:gd name="connsiteX6" fmla="*/ 785936 w 789063"/>
              <a:gd name="connsiteY6" fmla="*/ 6019 h 6441"/>
              <a:gd name="connsiteX7" fmla="*/ 785936 w 789063"/>
              <a:gd name="connsiteY7" fmla="*/ -423 h 6441"/>
              <a:gd name="connsiteX8" fmla="*/ 93 w 789063"/>
              <a:gd name="connsiteY8" fmla="*/ -423 h 6441"/>
              <a:gd name="connsiteX9" fmla="*/ 93 w 789063"/>
              <a:gd name="connsiteY9" fmla="*/ 6019 h 6441"/>
              <a:gd name="connsiteX10" fmla="*/ 93 w 789063"/>
              <a:gd name="connsiteY10" fmla="*/ 6019 h 6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89063" h="6441">
                <a:moveTo>
                  <a:pt x="785936" y="6019"/>
                </a:moveTo>
                <a:cubicBezTo>
                  <a:pt x="787714" y="6019"/>
                  <a:pt x="789157" y="4576"/>
                  <a:pt x="789157" y="2798"/>
                </a:cubicBezTo>
                <a:cubicBezTo>
                  <a:pt x="789157" y="1019"/>
                  <a:pt x="787714" y="-423"/>
                  <a:pt x="785936" y="-423"/>
                </a:cubicBezTo>
                <a:cubicBezTo>
                  <a:pt x="785936" y="-423"/>
                  <a:pt x="785936" y="6019"/>
                  <a:pt x="785936" y="6019"/>
                </a:cubicBezTo>
                <a:cubicBezTo>
                  <a:pt x="785936" y="6019"/>
                  <a:pt x="785936" y="6019"/>
                  <a:pt x="785936" y="6019"/>
                </a:cubicBezTo>
                <a:close/>
                <a:moveTo>
                  <a:pt x="93" y="6019"/>
                </a:moveTo>
                <a:cubicBezTo>
                  <a:pt x="93" y="6019"/>
                  <a:pt x="785936" y="6019"/>
                  <a:pt x="785936" y="6019"/>
                </a:cubicBezTo>
                <a:cubicBezTo>
                  <a:pt x="785936" y="6019"/>
                  <a:pt x="785936" y="-423"/>
                  <a:pt x="785936" y="-423"/>
                </a:cubicBezTo>
                <a:cubicBezTo>
                  <a:pt x="785936" y="-423"/>
                  <a:pt x="93" y="-423"/>
                  <a:pt x="93" y="-423"/>
                </a:cubicBezTo>
                <a:cubicBezTo>
                  <a:pt x="93" y="-423"/>
                  <a:pt x="93" y="6019"/>
                  <a:pt x="93" y="6019"/>
                </a:cubicBezTo>
                <a:cubicBezTo>
                  <a:pt x="93" y="6019"/>
                  <a:pt x="93" y="6019"/>
                  <a:pt x="93" y="6019"/>
                </a:cubicBez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任意多边形: 形状 13"/>
          <p:cNvSpPr/>
          <p:nvPr>
            <p:custDataLst>
              <p:tags r:id="rId11"/>
            </p:custDataLst>
          </p:nvPr>
        </p:nvSpPr>
        <p:spPr>
          <a:xfrm rot="13500000">
            <a:off x="10810240" y="5656580"/>
            <a:ext cx="756285" cy="6350"/>
          </a:xfrm>
          <a:custGeom>
            <a:avLst/>
            <a:gdLst>
              <a:gd name="connsiteX0" fmla="*/ 3132 w 756013"/>
              <a:gd name="connsiteY0" fmla="*/ -359 h 6441"/>
              <a:gd name="connsiteX1" fmla="*/ -89 w 756013"/>
              <a:gd name="connsiteY1" fmla="*/ 2861 h 6441"/>
              <a:gd name="connsiteX2" fmla="*/ 3132 w 756013"/>
              <a:gd name="connsiteY2" fmla="*/ 6082 h 6441"/>
              <a:gd name="connsiteX3" fmla="*/ 3132 w 756013"/>
              <a:gd name="connsiteY3" fmla="*/ -359 h 6441"/>
              <a:gd name="connsiteX4" fmla="*/ 3132 w 756013"/>
              <a:gd name="connsiteY4" fmla="*/ -359 h 6441"/>
              <a:gd name="connsiteX5" fmla="*/ 752704 w 756013"/>
              <a:gd name="connsiteY5" fmla="*/ 6082 h 6441"/>
              <a:gd name="connsiteX6" fmla="*/ 755925 w 756013"/>
              <a:gd name="connsiteY6" fmla="*/ 2861 h 6441"/>
              <a:gd name="connsiteX7" fmla="*/ 752704 w 756013"/>
              <a:gd name="connsiteY7" fmla="*/ -359 h 6441"/>
              <a:gd name="connsiteX8" fmla="*/ 752704 w 756013"/>
              <a:gd name="connsiteY8" fmla="*/ 6082 h 6441"/>
              <a:gd name="connsiteX9" fmla="*/ 752704 w 756013"/>
              <a:gd name="connsiteY9" fmla="*/ 6082 h 6441"/>
              <a:gd name="connsiteX10" fmla="*/ 3132 w 756013"/>
              <a:gd name="connsiteY10" fmla="*/ 6082 h 6441"/>
              <a:gd name="connsiteX11" fmla="*/ 752704 w 756013"/>
              <a:gd name="connsiteY11" fmla="*/ 6082 h 6441"/>
              <a:gd name="connsiteX12" fmla="*/ 752704 w 756013"/>
              <a:gd name="connsiteY12" fmla="*/ -359 h 6441"/>
              <a:gd name="connsiteX13" fmla="*/ 3132 w 756013"/>
              <a:gd name="connsiteY13" fmla="*/ -359 h 6441"/>
              <a:gd name="connsiteX14" fmla="*/ 3132 w 756013"/>
              <a:gd name="connsiteY14" fmla="*/ 6082 h 6441"/>
              <a:gd name="connsiteX15" fmla="*/ 3132 w 756013"/>
              <a:gd name="connsiteY15" fmla="*/ 6082 h 6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6013" h="6441">
                <a:moveTo>
                  <a:pt x="3132" y="-359"/>
                </a:moveTo>
                <a:cubicBezTo>
                  <a:pt x="1353" y="-359"/>
                  <a:pt x="-89" y="1083"/>
                  <a:pt x="-89" y="2861"/>
                </a:cubicBezTo>
                <a:cubicBezTo>
                  <a:pt x="-89" y="4641"/>
                  <a:pt x="1353" y="6082"/>
                  <a:pt x="3132" y="6082"/>
                </a:cubicBezTo>
                <a:cubicBezTo>
                  <a:pt x="3132" y="6082"/>
                  <a:pt x="3132" y="-359"/>
                  <a:pt x="3132" y="-359"/>
                </a:cubicBezTo>
                <a:cubicBezTo>
                  <a:pt x="3132" y="-359"/>
                  <a:pt x="3132" y="-359"/>
                  <a:pt x="3132" y="-359"/>
                </a:cubicBezTo>
                <a:close/>
                <a:moveTo>
                  <a:pt x="752704" y="6082"/>
                </a:moveTo>
                <a:cubicBezTo>
                  <a:pt x="754482" y="6082"/>
                  <a:pt x="755925" y="4641"/>
                  <a:pt x="755925" y="2861"/>
                </a:cubicBezTo>
                <a:cubicBezTo>
                  <a:pt x="755925" y="1083"/>
                  <a:pt x="754482" y="-359"/>
                  <a:pt x="752704" y="-359"/>
                </a:cubicBezTo>
                <a:cubicBezTo>
                  <a:pt x="752704" y="-359"/>
                  <a:pt x="752704" y="6082"/>
                  <a:pt x="752704" y="6082"/>
                </a:cubicBezTo>
                <a:cubicBezTo>
                  <a:pt x="752704" y="6082"/>
                  <a:pt x="752704" y="6082"/>
                  <a:pt x="752704" y="6082"/>
                </a:cubicBezTo>
                <a:close/>
                <a:moveTo>
                  <a:pt x="3132" y="6082"/>
                </a:moveTo>
                <a:cubicBezTo>
                  <a:pt x="3132" y="6082"/>
                  <a:pt x="752704" y="6082"/>
                  <a:pt x="752704" y="6082"/>
                </a:cubicBezTo>
                <a:cubicBezTo>
                  <a:pt x="752704" y="6082"/>
                  <a:pt x="752704" y="-359"/>
                  <a:pt x="752704" y="-359"/>
                </a:cubicBezTo>
                <a:cubicBezTo>
                  <a:pt x="752704" y="-359"/>
                  <a:pt x="3132" y="-359"/>
                  <a:pt x="3132" y="-359"/>
                </a:cubicBezTo>
                <a:cubicBezTo>
                  <a:pt x="3132" y="-359"/>
                  <a:pt x="3132" y="6082"/>
                  <a:pt x="3132" y="6082"/>
                </a:cubicBezTo>
                <a:cubicBezTo>
                  <a:pt x="3132" y="6082"/>
                  <a:pt x="3132" y="6082"/>
                  <a:pt x="3132" y="6082"/>
                </a:cubicBez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任意多边形: 形状 14"/>
          <p:cNvSpPr/>
          <p:nvPr>
            <p:custDataLst>
              <p:tags r:id="rId12"/>
            </p:custDataLst>
          </p:nvPr>
        </p:nvSpPr>
        <p:spPr>
          <a:xfrm rot="18900000">
            <a:off x="11212195" y="5724525"/>
            <a:ext cx="193675" cy="186055"/>
          </a:xfrm>
          <a:custGeom>
            <a:avLst/>
            <a:gdLst>
              <a:gd name="connsiteX0" fmla="*/ 70759 w 193437"/>
              <a:gd name="connsiteY0" fmla="*/ -147 h 186208"/>
              <a:gd name="connsiteX1" fmla="*/ 67009 w 193437"/>
              <a:gd name="connsiteY1" fmla="*/ 991 h 186208"/>
              <a:gd name="connsiteX2" fmla="*/ 63308 w 193437"/>
              <a:gd name="connsiteY2" fmla="*/ 2280 h 186208"/>
              <a:gd name="connsiteX3" fmla="*/ 59663 w 193437"/>
              <a:gd name="connsiteY3" fmla="*/ 3716 h 186208"/>
              <a:gd name="connsiteX4" fmla="*/ 56079 w 193437"/>
              <a:gd name="connsiteY4" fmla="*/ 5301 h 186208"/>
              <a:gd name="connsiteX5" fmla="*/ 52562 w 193437"/>
              <a:gd name="connsiteY5" fmla="*/ 7029 h 186208"/>
              <a:gd name="connsiteX6" fmla="*/ 49118 w 193437"/>
              <a:gd name="connsiteY6" fmla="*/ 8897 h 186208"/>
              <a:gd name="connsiteX7" fmla="*/ 45752 w 193437"/>
              <a:gd name="connsiteY7" fmla="*/ 10903 h 186208"/>
              <a:gd name="connsiteX8" fmla="*/ 42470 w 193437"/>
              <a:gd name="connsiteY8" fmla="*/ 13045 h 186208"/>
              <a:gd name="connsiteX9" fmla="*/ 39278 w 193437"/>
              <a:gd name="connsiteY9" fmla="*/ 15317 h 186208"/>
              <a:gd name="connsiteX10" fmla="*/ 36181 w 193437"/>
              <a:gd name="connsiteY10" fmla="*/ 17716 h 186208"/>
              <a:gd name="connsiteX11" fmla="*/ 33183 w 193437"/>
              <a:gd name="connsiteY11" fmla="*/ 20240 h 186208"/>
              <a:gd name="connsiteX12" fmla="*/ 30290 w 193437"/>
              <a:gd name="connsiteY12" fmla="*/ 22884 h 186208"/>
              <a:gd name="connsiteX13" fmla="*/ 27506 w 193437"/>
              <a:gd name="connsiteY13" fmla="*/ 25641 h 186208"/>
              <a:gd name="connsiteX14" fmla="*/ 24836 w 193437"/>
              <a:gd name="connsiteY14" fmla="*/ 28509 h 186208"/>
              <a:gd name="connsiteX15" fmla="*/ 22285 w 193437"/>
              <a:gd name="connsiteY15" fmla="*/ 31483 h 186208"/>
              <a:gd name="connsiteX16" fmla="*/ 19856 w 193437"/>
              <a:gd name="connsiteY16" fmla="*/ 34559 h 186208"/>
              <a:gd name="connsiteX17" fmla="*/ 17554 w 193437"/>
              <a:gd name="connsiteY17" fmla="*/ 37730 h 186208"/>
              <a:gd name="connsiteX18" fmla="*/ 15382 w 193437"/>
              <a:gd name="connsiteY18" fmla="*/ 40991 h 186208"/>
              <a:gd name="connsiteX19" fmla="*/ 13344 w 193437"/>
              <a:gd name="connsiteY19" fmla="*/ 44337 h 186208"/>
              <a:gd name="connsiteX20" fmla="*/ 11443 w 193437"/>
              <a:gd name="connsiteY20" fmla="*/ 47764 h 186208"/>
              <a:gd name="connsiteX21" fmla="*/ 9683 w 193437"/>
              <a:gd name="connsiteY21" fmla="*/ 51265 h 186208"/>
              <a:gd name="connsiteX22" fmla="*/ 8066 w 193437"/>
              <a:gd name="connsiteY22" fmla="*/ 54833 h 186208"/>
              <a:gd name="connsiteX23" fmla="*/ 6594 w 193437"/>
              <a:gd name="connsiteY23" fmla="*/ 58466 h 186208"/>
              <a:gd name="connsiteX24" fmla="*/ 5272 w 193437"/>
              <a:gd name="connsiteY24" fmla="*/ 62154 h 186208"/>
              <a:gd name="connsiteX25" fmla="*/ 4099 w 193437"/>
              <a:gd name="connsiteY25" fmla="*/ 65893 h 186208"/>
              <a:gd name="connsiteX26" fmla="*/ 3079 w 193437"/>
              <a:gd name="connsiteY26" fmla="*/ 69676 h 186208"/>
              <a:gd name="connsiteX27" fmla="*/ 2213 w 193437"/>
              <a:gd name="connsiteY27" fmla="*/ 73497 h 186208"/>
              <a:gd name="connsiteX28" fmla="*/ 1503 w 193437"/>
              <a:gd name="connsiteY28" fmla="*/ 77351 h 186208"/>
              <a:gd name="connsiteX29" fmla="*/ 949 w 193437"/>
              <a:gd name="connsiteY29" fmla="*/ 81230 h 186208"/>
              <a:gd name="connsiteX30" fmla="*/ 552 w 193437"/>
              <a:gd name="connsiteY30" fmla="*/ 85129 h 186208"/>
              <a:gd name="connsiteX31" fmla="*/ 314 w 193437"/>
              <a:gd name="connsiteY31" fmla="*/ 89040 h 186208"/>
              <a:gd name="connsiteX32" fmla="*/ 235 w 193437"/>
              <a:gd name="connsiteY32" fmla="*/ 92958 h 186208"/>
              <a:gd name="connsiteX33" fmla="*/ 314 w 193437"/>
              <a:gd name="connsiteY33" fmla="*/ 96876 h 186208"/>
              <a:gd name="connsiteX34" fmla="*/ 552 w 193437"/>
              <a:gd name="connsiteY34" fmla="*/ 100786 h 186208"/>
              <a:gd name="connsiteX35" fmla="*/ 949 w 193437"/>
              <a:gd name="connsiteY35" fmla="*/ 104685 h 186208"/>
              <a:gd name="connsiteX36" fmla="*/ 1503 w 193437"/>
              <a:gd name="connsiteY36" fmla="*/ 108564 h 186208"/>
              <a:gd name="connsiteX37" fmla="*/ 2213 w 193437"/>
              <a:gd name="connsiteY37" fmla="*/ 112417 h 186208"/>
              <a:gd name="connsiteX38" fmla="*/ 3079 w 193437"/>
              <a:gd name="connsiteY38" fmla="*/ 116239 h 186208"/>
              <a:gd name="connsiteX39" fmla="*/ 4099 w 193437"/>
              <a:gd name="connsiteY39" fmla="*/ 120023 h 186208"/>
              <a:gd name="connsiteX40" fmla="*/ 5272 w 193437"/>
              <a:gd name="connsiteY40" fmla="*/ 123761 h 186208"/>
              <a:gd name="connsiteX41" fmla="*/ 6594 w 193437"/>
              <a:gd name="connsiteY41" fmla="*/ 127450 h 186208"/>
              <a:gd name="connsiteX42" fmla="*/ 8066 w 193437"/>
              <a:gd name="connsiteY42" fmla="*/ 131081 h 186208"/>
              <a:gd name="connsiteX43" fmla="*/ 9683 w 193437"/>
              <a:gd name="connsiteY43" fmla="*/ 134651 h 186208"/>
              <a:gd name="connsiteX44" fmla="*/ 11443 w 193437"/>
              <a:gd name="connsiteY44" fmla="*/ 138151 h 186208"/>
              <a:gd name="connsiteX45" fmla="*/ 13344 w 193437"/>
              <a:gd name="connsiteY45" fmla="*/ 141578 h 186208"/>
              <a:gd name="connsiteX46" fmla="*/ 15382 w 193437"/>
              <a:gd name="connsiteY46" fmla="*/ 144925 h 186208"/>
              <a:gd name="connsiteX47" fmla="*/ 17554 w 193437"/>
              <a:gd name="connsiteY47" fmla="*/ 148186 h 186208"/>
              <a:gd name="connsiteX48" fmla="*/ 19856 w 193437"/>
              <a:gd name="connsiteY48" fmla="*/ 151357 h 186208"/>
              <a:gd name="connsiteX49" fmla="*/ 22285 w 193437"/>
              <a:gd name="connsiteY49" fmla="*/ 154431 h 186208"/>
              <a:gd name="connsiteX50" fmla="*/ 24836 w 193437"/>
              <a:gd name="connsiteY50" fmla="*/ 157406 h 186208"/>
              <a:gd name="connsiteX51" fmla="*/ 27506 w 193437"/>
              <a:gd name="connsiteY51" fmla="*/ 160274 h 186208"/>
              <a:gd name="connsiteX52" fmla="*/ 30290 w 193437"/>
              <a:gd name="connsiteY52" fmla="*/ 163032 h 186208"/>
              <a:gd name="connsiteX53" fmla="*/ 33183 w 193437"/>
              <a:gd name="connsiteY53" fmla="*/ 165675 h 186208"/>
              <a:gd name="connsiteX54" fmla="*/ 36181 w 193437"/>
              <a:gd name="connsiteY54" fmla="*/ 168198 h 186208"/>
              <a:gd name="connsiteX55" fmla="*/ 39278 w 193437"/>
              <a:gd name="connsiteY55" fmla="*/ 170598 h 186208"/>
              <a:gd name="connsiteX56" fmla="*/ 42470 w 193437"/>
              <a:gd name="connsiteY56" fmla="*/ 172870 h 186208"/>
              <a:gd name="connsiteX57" fmla="*/ 45752 w 193437"/>
              <a:gd name="connsiteY57" fmla="*/ 175012 h 186208"/>
              <a:gd name="connsiteX58" fmla="*/ 49118 w 193437"/>
              <a:gd name="connsiteY58" fmla="*/ 177018 h 186208"/>
              <a:gd name="connsiteX59" fmla="*/ 52562 w 193437"/>
              <a:gd name="connsiteY59" fmla="*/ 178888 h 186208"/>
              <a:gd name="connsiteX60" fmla="*/ 56079 w 193437"/>
              <a:gd name="connsiteY60" fmla="*/ 180614 h 186208"/>
              <a:gd name="connsiteX61" fmla="*/ 59663 w 193437"/>
              <a:gd name="connsiteY61" fmla="*/ 182198 h 186208"/>
              <a:gd name="connsiteX62" fmla="*/ 63308 w 193437"/>
              <a:gd name="connsiteY62" fmla="*/ 183635 h 186208"/>
              <a:gd name="connsiteX63" fmla="*/ 67009 w 193437"/>
              <a:gd name="connsiteY63" fmla="*/ 184923 h 186208"/>
              <a:gd name="connsiteX64" fmla="*/ 70759 w 193437"/>
              <a:gd name="connsiteY64" fmla="*/ 186062 h 186208"/>
              <a:gd name="connsiteX65" fmla="*/ 70759 w 193437"/>
              <a:gd name="connsiteY65" fmla="*/ -147 h 186208"/>
              <a:gd name="connsiteX66" fmla="*/ 123148 w 193437"/>
              <a:gd name="connsiteY66" fmla="*/ 186062 h 186208"/>
              <a:gd name="connsiteX67" fmla="*/ 126898 w 193437"/>
              <a:gd name="connsiteY67" fmla="*/ 184925 h 186208"/>
              <a:gd name="connsiteX68" fmla="*/ 130599 w 193437"/>
              <a:gd name="connsiteY68" fmla="*/ 183636 h 186208"/>
              <a:gd name="connsiteX69" fmla="*/ 134244 w 193437"/>
              <a:gd name="connsiteY69" fmla="*/ 182198 h 186208"/>
              <a:gd name="connsiteX70" fmla="*/ 137828 w 193437"/>
              <a:gd name="connsiteY70" fmla="*/ 180615 h 186208"/>
              <a:gd name="connsiteX71" fmla="*/ 141345 w 193437"/>
              <a:gd name="connsiteY71" fmla="*/ 178888 h 186208"/>
              <a:gd name="connsiteX72" fmla="*/ 144790 w 193437"/>
              <a:gd name="connsiteY72" fmla="*/ 177018 h 186208"/>
              <a:gd name="connsiteX73" fmla="*/ 148155 w 193437"/>
              <a:gd name="connsiteY73" fmla="*/ 175012 h 186208"/>
              <a:gd name="connsiteX74" fmla="*/ 151437 w 193437"/>
              <a:gd name="connsiteY74" fmla="*/ 172871 h 186208"/>
              <a:gd name="connsiteX75" fmla="*/ 154629 w 193437"/>
              <a:gd name="connsiteY75" fmla="*/ 170599 h 186208"/>
              <a:gd name="connsiteX76" fmla="*/ 157727 w 193437"/>
              <a:gd name="connsiteY76" fmla="*/ 168198 h 186208"/>
              <a:gd name="connsiteX77" fmla="*/ 160725 w 193437"/>
              <a:gd name="connsiteY77" fmla="*/ 165675 h 186208"/>
              <a:gd name="connsiteX78" fmla="*/ 163617 w 193437"/>
              <a:gd name="connsiteY78" fmla="*/ 163032 h 186208"/>
              <a:gd name="connsiteX79" fmla="*/ 166402 w 193437"/>
              <a:gd name="connsiteY79" fmla="*/ 160275 h 186208"/>
              <a:gd name="connsiteX80" fmla="*/ 169072 w 193437"/>
              <a:gd name="connsiteY80" fmla="*/ 157407 h 186208"/>
              <a:gd name="connsiteX81" fmla="*/ 171622 w 193437"/>
              <a:gd name="connsiteY81" fmla="*/ 154433 h 186208"/>
              <a:gd name="connsiteX82" fmla="*/ 174051 w 193437"/>
              <a:gd name="connsiteY82" fmla="*/ 151357 h 186208"/>
              <a:gd name="connsiteX83" fmla="*/ 176354 w 193437"/>
              <a:gd name="connsiteY83" fmla="*/ 148186 h 186208"/>
              <a:gd name="connsiteX84" fmla="*/ 178526 w 193437"/>
              <a:gd name="connsiteY84" fmla="*/ 144925 h 186208"/>
              <a:gd name="connsiteX85" fmla="*/ 180563 w 193437"/>
              <a:gd name="connsiteY85" fmla="*/ 141579 h 186208"/>
              <a:gd name="connsiteX86" fmla="*/ 182465 w 193437"/>
              <a:gd name="connsiteY86" fmla="*/ 138152 h 186208"/>
              <a:gd name="connsiteX87" fmla="*/ 184225 w 193437"/>
              <a:gd name="connsiteY87" fmla="*/ 134651 h 186208"/>
              <a:gd name="connsiteX88" fmla="*/ 185842 w 193437"/>
              <a:gd name="connsiteY88" fmla="*/ 131081 h 186208"/>
              <a:gd name="connsiteX89" fmla="*/ 187314 w 193437"/>
              <a:gd name="connsiteY89" fmla="*/ 127450 h 186208"/>
              <a:gd name="connsiteX90" fmla="*/ 188636 w 193437"/>
              <a:gd name="connsiteY90" fmla="*/ 123762 h 186208"/>
              <a:gd name="connsiteX91" fmla="*/ 189810 w 193437"/>
              <a:gd name="connsiteY91" fmla="*/ 120023 h 186208"/>
              <a:gd name="connsiteX92" fmla="*/ 190829 w 193437"/>
              <a:gd name="connsiteY92" fmla="*/ 116239 h 186208"/>
              <a:gd name="connsiteX93" fmla="*/ 191695 w 193437"/>
              <a:gd name="connsiteY93" fmla="*/ 112417 h 186208"/>
              <a:gd name="connsiteX94" fmla="*/ 192405 w 193437"/>
              <a:gd name="connsiteY94" fmla="*/ 108564 h 186208"/>
              <a:gd name="connsiteX95" fmla="*/ 192959 w 193437"/>
              <a:gd name="connsiteY95" fmla="*/ 104685 h 186208"/>
              <a:gd name="connsiteX96" fmla="*/ 193356 w 193437"/>
              <a:gd name="connsiteY96" fmla="*/ 100786 h 186208"/>
              <a:gd name="connsiteX97" fmla="*/ 193594 w 193437"/>
              <a:gd name="connsiteY97" fmla="*/ 96876 h 186208"/>
              <a:gd name="connsiteX98" fmla="*/ 193673 w 193437"/>
              <a:gd name="connsiteY98" fmla="*/ 92958 h 186208"/>
              <a:gd name="connsiteX99" fmla="*/ 193594 w 193437"/>
              <a:gd name="connsiteY99" fmla="*/ 89040 h 186208"/>
              <a:gd name="connsiteX100" fmla="*/ 193356 w 193437"/>
              <a:gd name="connsiteY100" fmla="*/ 85129 h 186208"/>
              <a:gd name="connsiteX101" fmla="*/ 192959 w 193437"/>
              <a:gd name="connsiteY101" fmla="*/ 81230 h 186208"/>
              <a:gd name="connsiteX102" fmla="*/ 192405 w 193437"/>
              <a:gd name="connsiteY102" fmla="*/ 77351 h 186208"/>
              <a:gd name="connsiteX103" fmla="*/ 191695 w 193437"/>
              <a:gd name="connsiteY103" fmla="*/ 73497 h 186208"/>
              <a:gd name="connsiteX104" fmla="*/ 190829 w 193437"/>
              <a:gd name="connsiteY104" fmla="*/ 69676 h 186208"/>
              <a:gd name="connsiteX105" fmla="*/ 189810 w 193437"/>
              <a:gd name="connsiteY105" fmla="*/ 65893 h 186208"/>
              <a:gd name="connsiteX106" fmla="*/ 188636 w 193437"/>
              <a:gd name="connsiteY106" fmla="*/ 62154 h 186208"/>
              <a:gd name="connsiteX107" fmla="*/ 187314 w 193437"/>
              <a:gd name="connsiteY107" fmla="*/ 58465 h 186208"/>
              <a:gd name="connsiteX108" fmla="*/ 185842 w 193437"/>
              <a:gd name="connsiteY108" fmla="*/ 54833 h 186208"/>
              <a:gd name="connsiteX109" fmla="*/ 184225 w 193437"/>
              <a:gd name="connsiteY109" fmla="*/ 51265 h 186208"/>
              <a:gd name="connsiteX110" fmla="*/ 182465 w 193437"/>
              <a:gd name="connsiteY110" fmla="*/ 47764 h 186208"/>
              <a:gd name="connsiteX111" fmla="*/ 180563 w 193437"/>
              <a:gd name="connsiteY111" fmla="*/ 44337 h 186208"/>
              <a:gd name="connsiteX112" fmla="*/ 178526 w 193437"/>
              <a:gd name="connsiteY112" fmla="*/ 40991 h 186208"/>
              <a:gd name="connsiteX113" fmla="*/ 176354 w 193437"/>
              <a:gd name="connsiteY113" fmla="*/ 37728 h 186208"/>
              <a:gd name="connsiteX114" fmla="*/ 174051 w 193437"/>
              <a:gd name="connsiteY114" fmla="*/ 34557 h 186208"/>
              <a:gd name="connsiteX115" fmla="*/ 171622 w 193437"/>
              <a:gd name="connsiteY115" fmla="*/ 31483 h 186208"/>
              <a:gd name="connsiteX116" fmla="*/ 169072 w 193437"/>
              <a:gd name="connsiteY116" fmla="*/ 28509 h 186208"/>
              <a:gd name="connsiteX117" fmla="*/ 166402 w 193437"/>
              <a:gd name="connsiteY117" fmla="*/ 25641 h 186208"/>
              <a:gd name="connsiteX118" fmla="*/ 163617 w 193437"/>
              <a:gd name="connsiteY118" fmla="*/ 22882 h 186208"/>
              <a:gd name="connsiteX119" fmla="*/ 160725 w 193437"/>
              <a:gd name="connsiteY119" fmla="*/ 20240 h 186208"/>
              <a:gd name="connsiteX120" fmla="*/ 157727 w 193437"/>
              <a:gd name="connsiteY120" fmla="*/ 17716 h 186208"/>
              <a:gd name="connsiteX121" fmla="*/ 154629 w 193437"/>
              <a:gd name="connsiteY121" fmla="*/ 15317 h 186208"/>
              <a:gd name="connsiteX122" fmla="*/ 151437 w 193437"/>
              <a:gd name="connsiteY122" fmla="*/ 13045 h 186208"/>
              <a:gd name="connsiteX123" fmla="*/ 148155 w 193437"/>
              <a:gd name="connsiteY123" fmla="*/ 10903 h 186208"/>
              <a:gd name="connsiteX124" fmla="*/ 144789 w 193437"/>
              <a:gd name="connsiteY124" fmla="*/ 8897 h 186208"/>
              <a:gd name="connsiteX125" fmla="*/ 141345 w 193437"/>
              <a:gd name="connsiteY125" fmla="*/ 7027 h 186208"/>
              <a:gd name="connsiteX126" fmla="*/ 137828 w 193437"/>
              <a:gd name="connsiteY126" fmla="*/ 5301 h 186208"/>
              <a:gd name="connsiteX127" fmla="*/ 134244 w 193437"/>
              <a:gd name="connsiteY127" fmla="*/ 3716 h 186208"/>
              <a:gd name="connsiteX128" fmla="*/ 130599 w 193437"/>
              <a:gd name="connsiteY128" fmla="*/ 2280 h 186208"/>
              <a:gd name="connsiteX129" fmla="*/ 126898 w 193437"/>
              <a:gd name="connsiteY129" fmla="*/ 991 h 186208"/>
              <a:gd name="connsiteX130" fmla="*/ 123148 w 193437"/>
              <a:gd name="connsiteY130" fmla="*/ -147 h 186208"/>
              <a:gd name="connsiteX131" fmla="*/ 123148 w 193437"/>
              <a:gd name="connsiteY131" fmla="*/ 186062 h 186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93437" h="186208">
                <a:moveTo>
                  <a:pt x="70759" y="-147"/>
                </a:moveTo>
                <a:cubicBezTo>
                  <a:pt x="69501" y="207"/>
                  <a:pt x="68251" y="587"/>
                  <a:pt x="67009" y="991"/>
                </a:cubicBezTo>
                <a:cubicBezTo>
                  <a:pt x="65767" y="1396"/>
                  <a:pt x="64533" y="1826"/>
                  <a:pt x="63308" y="2280"/>
                </a:cubicBezTo>
                <a:cubicBezTo>
                  <a:pt x="62084" y="2734"/>
                  <a:pt x="60869" y="3214"/>
                  <a:pt x="59663" y="3716"/>
                </a:cubicBezTo>
                <a:cubicBezTo>
                  <a:pt x="58458" y="4220"/>
                  <a:pt x="57263" y="4748"/>
                  <a:pt x="56079" y="5301"/>
                </a:cubicBezTo>
                <a:cubicBezTo>
                  <a:pt x="54895" y="5853"/>
                  <a:pt x="53723" y="6428"/>
                  <a:pt x="52562" y="7029"/>
                </a:cubicBezTo>
                <a:cubicBezTo>
                  <a:pt x="51401" y="7628"/>
                  <a:pt x="50253" y="8251"/>
                  <a:pt x="49118" y="8897"/>
                </a:cubicBezTo>
                <a:cubicBezTo>
                  <a:pt x="47982" y="9542"/>
                  <a:pt x="46860" y="10212"/>
                  <a:pt x="45752" y="10903"/>
                </a:cubicBezTo>
                <a:cubicBezTo>
                  <a:pt x="44644" y="11595"/>
                  <a:pt x="43550" y="12309"/>
                  <a:pt x="42470" y="13045"/>
                </a:cubicBezTo>
                <a:cubicBezTo>
                  <a:pt x="41391" y="13781"/>
                  <a:pt x="40327" y="14538"/>
                  <a:pt x="39278" y="15317"/>
                </a:cubicBezTo>
                <a:cubicBezTo>
                  <a:pt x="38230" y="16096"/>
                  <a:pt x="37197" y="16897"/>
                  <a:pt x="36181" y="17716"/>
                </a:cubicBezTo>
                <a:cubicBezTo>
                  <a:pt x="35164" y="18538"/>
                  <a:pt x="34165" y="19380"/>
                  <a:pt x="33183" y="20240"/>
                </a:cubicBezTo>
                <a:cubicBezTo>
                  <a:pt x="32201" y="21101"/>
                  <a:pt x="31236" y="21982"/>
                  <a:pt x="30290" y="22884"/>
                </a:cubicBezTo>
                <a:cubicBezTo>
                  <a:pt x="29343" y="23784"/>
                  <a:pt x="28415" y="24704"/>
                  <a:pt x="27506" y="25641"/>
                </a:cubicBezTo>
                <a:cubicBezTo>
                  <a:pt x="26597" y="26580"/>
                  <a:pt x="25707" y="27535"/>
                  <a:pt x="24836" y="28509"/>
                </a:cubicBezTo>
                <a:cubicBezTo>
                  <a:pt x="23966" y="29483"/>
                  <a:pt x="23115" y="30475"/>
                  <a:pt x="22285" y="31483"/>
                </a:cubicBezTo>
                <a:cubicBezTo>
                  <a:pt x="21455" y="32491"/>
                  <a:pt x="20645" y="33517"/>
                  <a:pt x="19856" y="34559"/>
                </a:cubicBezTo>
                <a:cubicBezTo>
                  <a:pt x="19067" y="35599"/>
                  <a:pt x="18300" y="36657"/>
                  <a:pt x="17554" y="37730"/>
                </a:cubicBezTo>
                <a:cubicBezTo>
                  <a:pt x="16808" y="38802"/>
                  <a:pt x="16084" y="39889"/>
                  <a:pt x="15382" y="40991"/>
                </a:cubicBezTo>
                <a:cubicBezTo>
                  <a:pt x="14680" y="42092"/>
                  <a:pt x="14001" y="43208"/>
                  <a:pt x="13344" y="44337"/>
                </a:cubicBezTo>
                <a:cubicBezTo>
                  <a:pt x="12687" y="45467"/>
                  <a:pt x="12054" y="46609"/>
                  <a:pt x="11443" y="47764"/>
                </a:cubicBezTo>
                <a:cubicBezTo>
                  <a:pt x="10833" y="48918"/>
                  <a:pt x="10246" y="50086"/>
                  <a:pt x="9683" y="51265"/>
                </a:cubicBezTo>
                <a:cubicBezTo>
                  <a:pt x="9120" y="52443"/>
                  <a:pt x="8581" y="53633"/>
                  <a:pt x="8066" y="54833"/>
                </a:cubicBezTo>
                <a:cubicBezTo>
                  <a:pt x="7551" y="56035"/>
                  <a:pt x="7060" y="57245"/>
                  <a:pt x="6594" y="58466"/>
                </a:cubicBezTo>
                <a:cubicBezTo>
                  <a:pt x="6129" y="59687"/>
                  <a:pt x="5688" y="60915"/>
                  <a:pt x="5272" y="62154"/>
                </a:cubicBezTo>
                <a:cubicBezTo>
                  <a:pt x="4855" y="63392"/>
                  <a:pt x="4465" y="64639"/>
                  <a:pt x="4099" y="65893"/>
                </a:cubicBezTo>
                <a:cubicBezTo>
                  <a:pt x="3733" y="67147"/>
                  <a:pt x="3393" y="68408"/>
                  <a:pt x="3079" y="69676"/>
                </a:cubicBezTo>
                <a:cubicBezTo>
                  <a:pt x="2764" y="70945"/>
                  <a:pt x="2476" y="72218"/>
                  <a:pt x="2213" y="73497"/>
                </a:cubicBezTo>
                <a:cubicBezTo>
                  <a:pt x="1950" y="74777"/>
                  <a:pt x="1713" y="76062"/>
                  <a:pt x="1503" y="77351"/>
                </a:cubicBezTo>
                <a:cubicBezTo>
                  <a:pt x="1292" y="78641"/>
                  <a:pt x="1107" y="79934"/>
                  <a:pt x="949" y="81230"/>
                </a:cubicBezTo>
                <a:cubicBezTo>
                  <a:pt x="790" y="82528"/>
                  <a:pt x="658" y="83827"/>
                  <a:pt x="552" y="85129"/>
                </a:cubicBezTo>
                <a:cubicBezTo>
                  <a:pt x="447" y="86431"/>
                  <a:pt x="367" y="87734"/>
                  <a:pt x="314" y="89040"/>
                </a:cubicBezTo>
                <a:cubicBezTo>
                  <a:pt x="262" y="90346"/>
                  <a:pt x="235" y="91650"/>
                  <a:pt x="235" y="92958"/>
                </a:cubicBezTo>
                <a:cubicBezTo>
                  <a:pt x="235" y="94264"/>
                  <a:pt x="262" y="95570"/>
                  <a:pt x="314" y="96876"/>
                </a:cubicBezTo>
                <a:cubicBezTo>
                  <a:pt x="367" y="98180"/>
                  <a:pt x="447" y="99485"/>
                  <a:pt x="552" y="100786"/>
                </a:cubicBezTo>
                <a:cubicBezTo>
                  <a:pt x="658" y="102089"/>
                  <a:pt x="790" y="103388"/>
                  <a:pt x="949" y="104685"/>
                </a:cubicBezTo>
                <a:cubicBezTo>
                  <a:pt x="1107" y="105983"/>
                  <a:pt x="1292" y="107274"/>
                  <a:pt x="1503" y="108564"/>
                </a:cubicBezTo>
                <a:cubicBezTo>
                  <a:pt x="1713" y="109854"/>
                  <a:pt x="1950" y="111137"/>
                  <a:pt x="2213" y="112417"/>
                </a:cubicBezTo>
                <a:cubicBezTo>
                  <a:pt x="2476" y="113698"/>
                  <a:pt x="2764" y="114971"/>
                  <a:pt x="3079" y="116239"/>
                </a:cubicBezTo>
                <a:cubicBezTo>
                  <a:pt x="3393" y="117508"/>
                  <a:pt x="3733" y="118769"/>
                  <a:pt x="4099" y="120023"/>
                </a:cubicBezTo>
                <a:cubicBezTo>
                  <a:pt x="4465" y="121278"/>
                  <a:pt x="4855" y="122522"/>
                  <a:pt x="5272" y="123761"/>
                </a:cubicBezTo>
                <a:cubicBezTo>
                  <a:pt x="5688" y="124999"/>
                  <a:pt x="6129" y="126229"/>
                  <a:pt x="6594" y="127450"/>
                </a:cubicBezTo>
                <a:cubicBezTo>
                  <a:pt x="7060" y="128671"/>
                  <a:pt x="7551" y="129882"/>
                  <a:pt x="8066" y="131081"/>
                </a:cubicBezTo>
                <a:cubicBezTo>
                  <a:pt x="8581" y="132283"/>
                  <a:pt x="9120" y="133473"/>
                  <a:pt x="9683" y="134651"/>
                </a:cubicBezTo>
                <a:cubicBezTo>
                  <a:pt x="10246" y="135830"/>
                  <a:pt x="10833" y="136996"/>
                  <a:pt x="11443" y="138151"/>
                </a:cubicBezTo>
                <a:cubicBezTo>
                  <a:pt x="12054" y="139307"/>
                  <a:pt x="12687" y="140449"/>
                  <a:pt x="13344" y="141578"/>
                </a:cubicBezTo>
                <a:cubicBezTo>
                  <a:pt x="14001" y="142708"/>
                  <a:pt x="14680" y="143822"/>
                  <a:pt x="15382" y="144925"/>
                </a:cubicBezTo>
                <a:cubicBezTo>
                  <a:pt x="16084" y="146027"/>
                  <a:pt x="16808" y="147114"/>
                  <a:pt x="17554" y="148186"/>
                </a:cubicBezTo>
                <a:cubicBezTo>
                  <a:pt x="18300" y="149259"/>
                  <a:pt x="19067" y="150315"/>
                  <a:pt x="19856" y="151357"/>
                </a:cubicBezTo>
                <a:cubicBezTo>
                  <a:pt x="20645" y="152399"/>
                  <a:pt x="21455" y="153423"/>
                  <a:pt x="22285" y="154431"/>
                </a:cubicBezTo>
                <a:cubicBezTo>
                  <a:pt x="23115" y="155441"/>
                  <a:pt x="23966" y="156431"/>
                  <a:pt x="24836" y="157406"/>
                </a:cubicBezTo>
                <a:cubicBezTo>
                  <a:pt x="25707" y="158380"/>
                  <a:pt x="26597" y="159336"/>
                  <a:pt x="27506" y="160274"/>
                </a:cubicBezTo>
                <a:cubicBezTo>
                  <a:pt x="28415" y="161212"/>
                  <a:pt x="29343" y="162132"/>
                  <a:pt x="30290" y="163032"/>
                </a:cubicBezTo>
                <a:cubicBezTo>
                  <a:pt x="31236" y="163934"/>
                  <a:pt x="32201" y="164815"/>
                  <a:pt x="33183" y="165675"/>
                </a:cubicBezTo>
                <a:cubicBezTo>
                  <a:pt x="34165" y="166536"/>
                  <a:pt x="35164" y="167377"/>
                  <a:pt x="36181" y="168198"/>
                </a:cubicBezTo>
                <a:cubicBezTo>
                  <a:pt x="37197" y="169019"/>
                  <a:pt x="38230" y="169820"/>
                  <a:pt x="39278" y="170598"/>
                </a:cubicBezTo>
                <a:cubicBezTo>
                  <a:pt x="40327" y="171377"/>
                  <a:pt x="41391" y="172135"/>
                  <a:pt x="42470" y="172870"/>
                </a:cubicBezTo>
                <a:cubicBezTo>
                  <a:pt x="43550" y="173607"/>
                  <a:pt x="44644" y="174321"/>
                  <a:pt x="45752" y="175012"/>
                </a:cubicBezTo>
                <a:cubicBezTo>
                  <a:pt x="46860" y="175704"/>
                  <a:pt x="47982" y="176372"/>
                  <a:pt x="49118" y="177018"/>
                </a:cubicBezTo>
                <a:cubicBezTo>
                  <a:pt x="50253" y="177665"/>
                  <a:pt x="51401" y="178289"/>
                  <a:pt x="52562" y="178888"/>
                </a:cubicBezTo>
                <a:cubicBezTo>
                  <a:pt x="53723" y="179487"/>
                  <a:pt x="54895" y="180063"/>
                  <a:pt x="56079" y="180614"/>
                </a:cubicBezTo>
                <a:cubicBezTo>
                  <a:pt x="57263" y="181168"/>
                  <a:pt x="58458" y="181696"/>
                  <a:pt x="59663" y="182198"/>
                </a:cubicBezTo>
                <a:cubicBezTo>
                  <a:pt x="60869" y="182703"/>
                  <a:pt x="62084" y="183181"/>
                  <a:pt x="63308" y="183635"/>
                </a:cubicBezTo>
                <a:cubicBezTo>
                  <a:pt x="64533" y="184091"/>
                  <a:pt x="65767" y="184521"/>
                  <a:pt x="67009" y="184923"/>
                </a:cubicBezTo>
                <a:cubicBezTo>
                  <a:pt x="68251" y="185329"/>
                  <a:pt x="69501" y="185707"/>
                  <a:pt x="70759" y="186062"/>
                </a:cubicBezTo>
                <a:lnTo>
                  <a:pt x="70759" y="-147"/>
                </a:lnTo>
                <a:close/>
                <a:moveTo>
                  <a:pt x="123148" y="186062"/>
                </a:moveTo>
                <a:cubicBezTo>
                  <a:pt x="124406" y="185707"/>
                  <a:pt x="125656" y="185329"/>
                  <a:pt x="126898" y="184925"/>
                </a:cubicBezTo>
                <a:cubicBezTo>
                  <a:pt x="128140" y="184521"/>
                  <a:pt x="129374" y="184091"/>
                  <a:pt x="130599" y="183636"/>
                </a:cubicBezTo>
                <a:cubicBezTo>
                  <a:pt x="131823" y="183182"/>
                  <a:pt x="133039" y="182703"/>
                  <a:pt x="134244" y="182198"/>
                </a:cubicBezTo>
                <a:cubicBezTo>
                  <a:pt x="135450" y="181696"/>
                  <a:pt x="136644" y="181168"/>
                  <a:pt x="137828" y="180615"/>
                </a:cubicBezTo>
                <a:cubicBezTo>
                  <a:pt x="139012" y="180063"/>
                  <a:pt x="140185" y="179487"/>
                  <a:pt x="141345" y="178888"/>
                </a:cubicBezTo>
                <a:cubicBezTo>
                  <a:pt x="142506" y="178289"/>
                  <a:pt x="143654" y="177665"/>
                  <a:pt x="144790" y="177018"/>
                </a:cubicBezTo>
                <a:cubicBezTo>
                  <a:pt x="145925" y="176374"/>
                  <a:pt x="147047" y="175704"/>
                  <a:pt x="148155" y="175012"/>
                </a:cubicBezTo>
                <a:cubicBezTo>
                  <a:pt x="149264" y="174321"/>
                  <a:pt x="150358" y="173607"/>
                  <a:pt x="151437" y="172871"/>
                </a:cubicBezTo>
                <a:cubicBezTo>
                  <a:pt x="152517" y="172135"/>
                  <a:pt x="153581" y="171379"/>
                  <a:pt x="154629" y="170599"/>
                </a:cubicBezTo>
                <a:cubicBezTo>
                  <a:pt x="155678" y="169820"/>
                  <a:pt x="156711" y="169019"/>
                  <a:pt x="157727" y="168198"/>
                </a:cubicBezTo>
                <a:cubicBezTo>
                  <a:pt x="158743" y="167378"/>
                  <a:pt x="159743" y="166538"/>
                  <a:pt x="160725" y="165675"/>
                </a:cubicBezTo>
                <a:cubicBezTo>
                  <a:pt x="161707" y="164815"/>
                  <a:pt x="162672" y="163934"/>
                  <a:pt x="163617" y="163032"/>
                </a:cubicBezTo>
                <a:cubicBezTo>
                  <a:pt x="164564" y="162132"/>
                  <a:pt x="165492" y="161212"/>
                  <a:pt x="166402" y="160275"/>
                </a:cubicBezTo>
                <a:cubicBezTo>
                  <a:pt x="167311" y="159336"/>
                  <a:pt x="168200" y="158381"/>
                  <a:pt x="169072" y="157407"/>
                </a:cubicBezTo>
                <a:cubicBezTo>
                  <a:pt x="169943" y="156433"/>
                  <a:pt x="170793" y="155441"/>
                  <a:pt x="171622" y="154433"/>
                </a:cubicBezTo>
                <a:cubicBezTo>
                  <a:pt x="172453" y="153423"/>
                  <a:pt x="173263" y="152399"/>
                  <a:pt x="174051" y="151357"/>
                </a:cubicBezTo>
                <a:cubicBezTo>
                  <a:pt x="174840" y="150317"/>
                  <a:pt x="175608" y="149259"/>
                  <a:pt x="176354" y="148186"/>
                </a:cubicBezTo>
                <a:cubicBezTo>
                  <a:pt x="177099" y="147114"/>
                  <a:pt x="177824" y="146027"/>
                  <a:pt x="178526" y="144925"/>
                </a:cubicBezTo>
                <a:cubicBezTo>
                  <a:pt x="179228" y="143824"/>
                  <a:pt x="179908" y="142708"/>
                  <a:pt x="180563" y="141579"/>
                </a:cubicBezTo>
                <a:cubicBezTo>
                  <a:pt x="181220" y="140449"/>
                  <a:pt x="181854" y="139307"/>
                  <a:pt x="182465" y="138152"/>
                </a:cubicBezTo>
                <a:cubicBezTo>
                  <a:pt x="183075" y="136996"/>
                  <a:pt x="183661" y="135830"/>
                  <a:pt x="184225" y="134651"/>
                </a:cubicBezTo>
                <a:cubicBezTo>
                  <a:pt x="184788" y="133473"/>
                  <a:pt x="185328" y="132283"/>
                  <a:pt x="185842" y="131081"/>
                </a:cubicBezTo>
                <a:cubicBezTo>
                  <a:pt x="186357" y="129882"/>
                  <a:pt x="186848" y="128671"/>
                  <a:pt x="187314" y="127450"/>
                </a:cubicBezTo>
                <a:cubicBezTo>
                  <a:pt x="187779" y="126229"/>
                  <a:pt x="188220" y="125001"/>
                  <a:pt x="188636" y="123762"/>
                </a:cubicBezTo>
                <a:cubicBezTo>
                  <a:pt x="189053" y="122524"/>
                  <a:pt x="189444" y="121278"/>
                  <a:pt x="189810" y="120023"/>
                </a:cubicBezTo>
                <a:cubicBezTo>
                  <a:pt x="190175" y="118769"/>
                  <a:pt x="190515" y="117508"/>
                  <a:pt x="190829" y="116239"/>
                </a:cubicBezTo>
                <a:cubicBezTo>
                  <a:pt x="191143" y="114971"/>
                  <a:pt x="191433" y="113698"/>
                  <a:pt x="191695" y="112417"/>
                </a:cubicBezTo>
                <a:cubicBezTo>
                  <a:pt x="191958" y="111137"/>
                  <a:pt x="192194" y="109854"/>
                  <a:pt x="192405" y="108564"/>
                </a:cubicBezTo>
                <a:cubicBezTo>
                  <a:pt x="192616" y="107276"/>
                  <a:pt x="192800" y="105983"/>
                  <a:pt x="192959" y="104685"/>
                </a:cubicBezTo>
                <a:cubicBezTo>
                  <a:pt x="193119" y="103388"/>
                  <a:pt x="193251" y="102089"/>
                  <a:pt x="193356" y="100786"/>
                </a:cubicBezTo>
                <a:cubicBezTo>
                  <a:pt x="193462" y="99485"/>
                  <a:pt x="193541" y="98180"/>
                  <a:pt x="193594" y="96876"/>
                </a:cubicBezTo>
                <a:cubicBezTo>
                  <a:pt x="193647" y="95570"/>
                  <a:pt x="193673" y="94264"/>
                  <a:pt x="193673" y="92958"/>
                </a:cubicBezTo>
                <a:cubicBezTo>
                  <a:pt x="193673" y="91650"/>
                  <a:pt x="193647" y="90346"/>
                  <a:pt x="193594" y="89040"/>
                </a:cubicBezTo>
                <a:cubicBezTo>
                  <a:pt x="193541" y="87734"/>
                  <a:pt x="193462" y="86431"/>
                  <a:pt x="193356" y="85129"/>
                </a:cubicBezTo>
                <a:cubicBezTo>
                  <a:pt x="193251" y="83826"/>
                  <a:pt x="193119" y="82528"/>
                  <a:pt x="192959" y="81230"/>
                </a:cubicBezTo>
                <a:cubicBezTo>
                  <a:pt x="192800" y="79934"/>
                  <a:pt x="192616" y="78641"/>
                  <a:pt x="192405" y="77351"/>
                </a:cubicBezTo>
                <a:cubicBezTo>
                  <a:pt x="192194" y="76062"/>
                  <a:pt x="191958" y="74777"/>
                  <a:pt x="191695" y="73497"/>
                </a:cubicBezTo>
                <a:cubicBezTo>
                  <a:pt x="191433" y="72218"/>
                  <a:pt x="191143" y="70945"/>
                  <a:pt x="190829" y="69676"/>
                </a:cubicBezTo>
                <a:cubicBezTo>
                  <a:pt x="190515" y="68408"/>
                  <a:pt x="190175" y="67147"/>
                  <a:pt x="189810" y="65893"/>
                </a:cubicBezTo>
                <a:cubicBezTo>
                  <a:pt x="189444" y="64639"/>
                  <a:pt x="189053" y="63392"/>
                  <a:pt x="188636" y="62154"/>
                </a:cubicBezTo>
                <a:cubicBezTo>
                  <a:pt x="188220" y="60915"/>
                  <a:pt x="187779" y="59685"/>
                  <a:pt x="187314" y="58465"/>
                </a:cubicBezTo>
                <a:cubicBezTo>
                  <a:pt x="186848" y="57245"/>
                  <a:pt x="186357" y="56035"/>
                  <a:pt x="185842" y="54833"/>
                </a:cubicBezTo>
                <a:cubicBezTo>
                  <a:pt x="185328" y="53633"/>
                  <a:pt x="184788" y="52443"/>
                  <a:pt x="184225" y="51265"/>
                </a:cubicBezTo>
                <a:cubicBezTo>
                  <a:pt x="183661" y="50086"/>
                  <a:pt x="183075" y="48918"/>
                  <a:pt x="182465" y="47764"/>
                </a:cubicBezTo>
                <a:cubicBezTo>
                  <a:pt x="181854" y="46609"/>
                  <a:pt x="181220" y="45466"/>
                  <a:pt x="180563" y="44337"/>
                </a:cubicBezTo>
                <a:cubicBezTo>
                  <a:pt x="179908" y="43208"/>
                  <a:pt x="179228" y="42092"/>
                  <a:pt x="178526" y="40991"/>
                </a:cubicBezTo>
                <a:cubicBezTo>
                  <a:pt x="177824" y="39888"/>
                  <a:pt x="177099" y="38801"/>
                  <a:pt x="176354" y="37728"/>
                </a:cubicBezTo>
                <a:cubicBezTo>
                  <a:pt x="175608" y="36656"/>
                  <a:pt x="174840" y="35599"/>
                  <a:pt x="174051" y="34557"/>
                </a:cubicBezTo>
                <a:cubicBezTo>
                  <a:pt x="173263" y="33517"/>
                  <a:pt x="172453" y="32491"/>
                  <a:pt x="171622" y="31483"/>
                </a:cubicBezTo>
                <a:cubicBezTo>
                  <a:pt x="170793" y="30474"/>
                  <a:pt x="169943" y="29483"/>
                  <a:pt x="169072" y="28509"/>
                </a:cubicBezTo>
                <a:cubicBezTo>
                  <a:pt x="168200" y="27535"/>
                  <a:pt x="167311" y="26578"/>
                  <a:pt x="166402" y="25641"/>
                </a:cubicBezTo>
                <a:cubicBezTo>
                  <a:pt x="165492" y="24702"/>
                  <a:pt x="164564" y="23783"/>
                  <a:pt x="163617" y="22882"/>
                </a:cubicBezTo>
                <a:cubicBezTo>
                  <a:pt x="162672" y="21982"/>
                  <a:pt x="161707" y="21101"/>
                  <a:pt x="160725" y="20240"/>
                </a:cubicBezTo>
                <a:cubicBezTo>
                  <a:pt x="159743" y="19378"/>
                  <a:pt x="158743" y="18538"/>
                  <a:pt x="157727" y="17716"/>
                </a:cubicBezTo>
                <a:cubicBezTo>
                  <a:pt x="156711" y="16895"/>
                  <a:pt x="155678" y="16096"/>
                  <a:pt x="154629" y="15317"/>
                </a:cubicBezTo>
                <a:cubicBezTo>
                  <a:pt x="153581" y="14538"/>
                  <a:pt x="152517" y="13781"/>
                  <a:pt x="151437" y="13045"/>
                </a:cubicBezTo>
                <a:cubicBezTo>
                  <a:pt x="150358" y="12309"/>
                  <a:pt x="149264" y="11594"/>
                  <a:pt x="148155" y="10903"/>
                </a:cubicBezTo>
                <a:cubicBezTo>
                  <a:pt x="147047" y="10211"/>
                  <a:pt x="145925" y="9542"/>
                  <a:pt x="144789" y="8897"/>
                </a:cubicBezTo>
                <a:cubicBezTo>
                  <a:pt x="143654" y="8251"/>
                  <a:pt x="142506" y="7628"/>
                  <a:pt x="141345" y="7027"/>
                </a:cubicBezTo>
                <a:cubicBezTo>
                  <a:pt x="140185" y="6428"/>
                  <a:pt x="139012" y="5851"/>
                  <a:pt x="137828" y="5301"/>
                </a:cubicBezTo>
                <a:cubicBezTo>
                  <a:pt x="136644" y="4748"/>
                  <a:pt x="135450" y="4220"/>
                  <a:pt x="134244" y="3716"/>
                </a:cubicBezTo>
                <a:cubicBezTo>
                  <a:pt x="133039" y="3212"/>
                  <a:pt x="131823" y="2734"/>
                  <a:pt x="130599" y="2280"/>
                </a:cubicBezTo>
                <a:cubicBezTo>
                  <a:pt x="129374" y="1824"/>
                  <a:pt x="128140" y="1396"/>
                  <a:pt x="126898" y="991"/>
                </a:cubicBezTo>
                <a:cubicBezTo>
                  <a:pt x="125656" y="586"/>
                  <a:pt x="124406" y="207"/>
                  <a:pt x="123148" y="-147"/>
                </a:cubicBezTo>
                <a:lnTo>
                  <a:pt x="123148" y="186062"/>
                </a:ln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1"/>
            </p:custDataLst>
          </p:nvPr>
        </p:nvSpPr>
        <p:spPr>
          <a:xfrm>
            <a:off x="430998" y="745200"/>
            <a:ext cx="108000" cy="43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卡通人物&#10;&#10;低可信度描述已自动生成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8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790"/>
            <a:ext cx="12192000" cy="6858000"/>
          </a:xfrm>
          <a:prstGeom prst="rect">
            <a:avLst/>
          </a:prstGeom>
        </p:spPr>
      </p:pic>
      <p:sp>
        <p:nvSpPr>
          <p:cNvPr id="7" name="副标题"/>
          <p:cNvSpPr txBox="1">
            <a:spLocks noGrp="1"/>
          </p:cNvSpPr>
          <p:nvPr>
            <p:ph type="body" idx="3" hasCustomPrompt="1"/>
            <p:custDataLst>
              <p:tags r:id="rId2"/>
            </p:custDataLst>
          </p:nvPr>
        </p:nvSpPr>
        <p:spPr>
          <a:xfrm>
            <a:off x="3736714" y="568994"/>
            <a:ext cx="4478372" cy="693748"/>
          </a:xfrm>
          <a:prstGeom prst="rect">
            <a:avLst/>
          </a:prstGeom>
          <a:noFill/>
        </p:spPr>
        <p:txBody>
          <a:bodyPr wrap="square" lIns="0" tIns="0" rIns="0" bIns="0" rtlCol="0" anchor="ctr" anchorCtr="1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000" b="1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 algn="l"/>
            <a:r>
              <a:rPr dirty="0" err="1">
                <a:latin typeface="+mj-lt"/>
                <a:sym typeface="+mn-ea"/>
              </a:rPr>
              <a:t>Click to add text</a:t>
            </a:r>
            <a:endParaRPr dirty="0" err="1">
              <a:sym typeface="+mn-ea"/>
            </a:endParaRPr>
          </a:p>
        </p:txBody>
      </p:sp>
      <p:cxnSp>
        <p:nvCxnSpPr>
          <p:cNvPr id="18" name="直接连接符 17"/>
          <p:cNvCxnSpPr/>
          <p:nvPr userDrawn="1">
            <p:custDataLst>
              <p:tags r:id="rId3"/>
            </p:custDataLst>
          </p:nvPr>
        </p:nvCxnSpPr>
        <p:spPr>
          <a:xfrm>
            <a:off x="993913" y="1447137"/>
            <a:ext cx="1041223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幻灯片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duotone>
              <a:prstClr val="black"/>
              <a:schemeClr val="accent1">
                <a:tint val="45000"/>
                <a:satMod val="400000"/>
              </a:schemeClr>
            </a:duotone>
            <a:lum bright="24000" contrast="4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节编号"/>
          <p:cNvSpPr txBox="1">
            <a:spLocks noGrp="1"/>
          </p:cNvSpPr>
          <p:nvPr>
            <p:ph type="body" idx="2" hasCustomPrompt="1"/>
            <p:custDataLst>
              <p:tags r:id="rId2"/>
            </p:custDataLst>
          </p:nvPr>
        </p:nvSpPr>
        <p:spPr>
          <a:xfrm>
            <a:off x="2292263" y="1277655"/>
            <a:ext cx="2088905" cy="394569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rmAutofit/>
          </a:bodyPr>
          <a:lstStyle>
            <a:lvl1pPr marL="0" marR="0" algn="r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400" b="1" i="0" u="none" strike="noStrike" kern="1200" cap="none" spc="0" normalizeH="0" baseline="0" noProof="1" dirty="0">
                <a:solidFill>
                  <a:schemeClr val="accent1"/>
                </a:solidFill>
                <a:uFillTx/>
                <a:latin typeface="+mn-lt"/>
              </a:defRPr>
            </a:lvl1pPr>
          </a:lstStyle>
          <a:p>
            <a:pPr lvl="0" algn="r"/>
            <a:r>
              <a:rPr dirty="0" err="1">
                <a:latin typeface="+mn-lt"/>
                <a:sym typeface="+mn-ea"/>
              </a:rPr>
              <a:t>Click to add text</a:t>
            </a:r>
            <a:endParaRPr dirty="0" err="1">
              <a:sym typeface="+mn-ea"/>
            </a:endParaRPr>
          </a:p>
        </p:txBody>
      </p:sp>
      <p:sp>
        <p:nvSpPr>
          <p:cNvPr id="7" name="标题"/>
          <p:cNvSpPr txBox="1">
            <a:spLocks noGrp="1"/>
          </p:cNvSpPr>
          <p:nvPr>
            <p:ph type="title" idx="1" hasCustomPrompt="1"/>
            <p:custDataLst>
              <p:tags r:id="rId3"/>
            </p:custDataLst>
          </p:nvPr>
        </p:nvSpPr>
        <p:spPr>
          <a:xfrm>
            <a:off x="4924425" y="1277620"/>
            <a:ext cx="6221730" cy="394589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4400" b="1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>
          <a:xfrm>
            <a:off x="430998" y="745200"/>
            <a:ext cx="108000" cy="43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en-US" u="none" strike="noStrike" kern="1200" cap="none" spc="0" normalizeH="0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6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7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839788" y="360000"/>
            <a:ext cx="10515600" cy="864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u="none" strike="noStrike" kern="1200" cap="none" spc="0" normalizeH="0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5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6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7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8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4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>
            <p:custDataLst>
              <p:tags r:id="rId1"/>
            </p:custDataLst>
          </p:nvPr>
        </p:nvSpPr>
        <p:spPr>
          <a:xfrm>
            <a:off x="430998" y="745200"/>
            <a:ext cx="108000" cy="43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839788" y="360000"/>
            <a:ext cx="10515600" cy="864000"/>
          </a:xfrm>
        </p:spPr>
        <p:txBody>
          <a:bodyPr wrap="square">
            <a:normAutofit/>
          </a:bodyPr>
          <a:lstStyle>
            <a:lvl1pPr>
              <a:defRPr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 u="none" strike="noStrike" kern="1200" cap="none" spc="0" normalizeH="0">
                <a:solidFill>
                  <a:srgbClr val="FFFFFF"/>
                </a:solidFill>
                <a:uFillTx/>
                <a:latin typeface="+mj-lt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幻灯片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5">
            <a:duotone>
              <a:prstClr val="black"/>
              <a:schemeClr val="accent1">
                <a:tint val="45000"/>
                <a:satMod val="400000"/>
              </a:schemeClr>
            </a:duotone>
            <a:lum bright="24000" contrast="42000"/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署名"/>
          <p:cNvSpPr txBox="1">
            <a:spLocks noGrp="1"/>
          </p:cNvSpPr>
          <p:nvPr>
            <p:ph type="body" idx="9" hasCustomPrompt="1"/>
            <p:custDataLst>
              <p:tags r:id="rId2"/>
            </p:custDataLst>
          </p:nvPr>
        </p:nvSpPr>
        <p:spPr>
          <a:xfrm>
            <a:off x="6253407" y="3759791"/>
            <a:ext cx="2880000" cy="42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50000"/>
              </a:lnSpc>
              <a:buClrTx/>
              <a:buSzTx/>
              <a:buFontTx/>
              <a:buNone/>
              <a:defRPr kumimoji="0" lang="en-US" sz="1600" b="0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n-lt"/>
              </a:defRPr>
            </a:lvl1pPr>
          </a:lstStyle>
          <a:p>
            <a:pPr lvl="0">
              <a:lnSpc>
                <a:spcPct val="150000"/>
              </a:lnSpc>
            </a:pPr>
            <a:r>
              <a:rPr lang="en-US" dirty="0">
                <a:latin typeface="+mn-lt"/>
                <a:sym typeface="+mn-ea"/>
              </a:rPr>
              <a:t>Click to add text</a:t>
            </a:r>
            <a:endParaRPr lang="en-US" dirty="0">
              <a:sym typeface="+mn-ea"/>
            </a:endParaRPr>
          </a:p>
        </p:txBody>
      </p:sp>
      <p:sp>
        <p:nvSpPr>
          <p:cNvPr id="8" name="标题"/>
          <p:cNvSpPr txBox="1">
            <a:spLocks noGrp="1"/>
          </p:cNvSpPr>
          <p:nvPr>
            <p:ph type="title" idx="8" hasCustomPrompt="1"/>
            <p:custDataLst>
              <p:tags r:id="rId3"/>
            </p:custDataLst>
          </p:nvPr>
        </p:nvSpPr>
        <p:spPr>
          <a:xfrm>
            <a:off x="6105525" y="2440470"/>
            <a:ext cx="5520055" cy="121713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en-US" sz="5400" b="1" i="0" u="none" strike="noStrike" kern="1200" cap="none" spc="0" normalizeH="0" baseline="0" noProof="1" dirty="0">
                <a:solidFill>
                  <a:srgbClr val="FFFFFF"/>
                </a:solidFill>
                <a:uFillTx/>
                <a:latin typeface="+mj-lt"/>
              </a:defRPr>
            </a:lvl1pPr>
          </a:lstStyle>
          <a:p>
            <a:pPr lvl="0"/>
            <a:r>
              <a:rPr dirty="0">
                <a:latin typeface="+mj-lt"/>
                <a:sym typeface="+mn-ea"/>
              </a:rPr>
              <a:t>Click to add title</a:t>
            </a:r>
            <a:endParaRPr dirty="0">
              <a:sym typeface="+mn-ea"/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6096000" y="3886432"/>
            <a:ext cx="64800" cy="2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任意多边形: 形状 9"/>
          <p:cNvSpPr/>
          <p:nvPr>
            <p:custDataLst>
              <p:tags r:id="rId5"/>
            </p:custDataLst>
          </p:nvPr>
        </p:nvSpPr>
        <p:spPr>
          <a:xfrm rot="13500000">
            <a:off x="11051540" y="5988685"/>
            <a:ext cx="789305" cy="6350"/>
          </a:xfrm>
          <a:custGeom>
            <a:avLst/>
            <a:gdLst>
              <a:gd name="connsiteX0" fmla="*/ 785936 w 789063"/>
              <a:gd name="connsiteY0" fmla="*/ 6019 h 6441"/>
              <a:gd name="connsiteX1" fmla="*/ 789157 w 789063"/>
              <a:gd name="connsiteY1" fmla="*/ 2798 h 6441"/>
              <a:gd name="connsiteX2" fmla="*/ 785936 w 789063"/>
              <a:gd name="connsiteY2" fmla="*/ -423 h 6441"/>
              <a:gd name="connsiteX3" fmla="*/ 785936 w 789063"/>
              <a:gd name="connsiteY3" fmla="*/ 6019 h 6441"/>
              <a:gd name="connsiteX4" fmla="*/ 785936 w 789063"/>
              <a:gd name="connsiteY4" fmla="*/ 6019 h 6441"/>
              <a:gd name="connsiteX5" fmla="*/ 93 w 789063"/>
              <a:gd name="connsiteY5" fmla="*/ 6019 h 6441"/>
              <a:gd name="connsiteX6" fmla="*/ 785936 w 789063"/>
              <a:gd name="connsiteY6" fmla="*/ 6019 h 6441"/>
              <a:gd name="connsiteX7" fmla="*/ 785936 w 789063"/>
              <a:gd name="connsiteY7" fmla="*/ -423 h 6441"/>
              <a:gd name="connsiteX8" fmla="*/ 93 w 789063"/>
              <a:gd name="connsiteY8" fmla="*/ -423 h 6441"/>
              <a:gd name="connsiteX9" fmla="*/ 93 w 789063"/>
              <a:gd name="connsiteY9" fmla="*/ 6019 h 6441"/>
              <a:gd name="connsiteX10" fmla="*/ 93 w 789063"/>
              <a:gd name="connsiteY10" fmla="*/ 6019 h 6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89063" h="6441">
                <a:moveTo>
                  <a:pt x="785936" y="6019"/>
                </a:moveTo>
                <a:cubicBezTo>
                  <a:pt x="787714" y="6019"/>
                  <a:pt x="789157" y="4576"/>
                  <a:pt x="789157" y="2798"/>
                </a:cubicBezTo>
                <a:cubicBezTo>
                  <a:pt x="789157" y="1019"/>
                  <a:pt x="787714" y="-423"/>
                  <a:pt x="785936" y="-423"/>
                </a:cubicBezTo>
                <a:cubicBezTo>
                  <a:pt x="785936" y="-423"/>
                  <a:pt x="785936" y="6019"/>
                  <a:pt x="785936" y="6019"/>
                </a:cubicBezTo>
                <a:cubicBezTo>
                  <a:pt x="785936" y="6019"/>
                  <a:pt x="785936" y="6019"/>
                  <a:pt x="785936" y="6019"/>
                </a:cubicBezTo>
                <a:close/>
                <a:moveTo>
                  <a:pt x="93" y="6019"/>
                </a:moveTo>
                <a:cubicBezTo>
                  <a:pt x="93" y="6019"/>
                  <a:pt x="785936" y="6019"/>
                  <a:pt x="785936" y="6019"/>
                </a:cubicBezTo>
                <a:cubicBezTo>
                  <a:pt x="785936" y="6019"/>
                  <a:pt x="785936" y="-423"/>
                  <a:pt x="785936" y="-423"/>
                </a:cubicBezTo>
                <a:cubicBezTo>
                  <a:pt x="785936" y="-423"/>
                  <a:pt x="93" y="-423"/>
                  <a:pt x="93" y="-423"/>
                </a:cubicBezTo>
                <a:cubicBezTo>
                  <a:pt x="93" y="-423"/>
                  <a:pt x="93" y="6019"/>
                  <a:pt x="93" y="6019"/>
                </a:cubicBezTo>
                <a:cubicBezTo>
                  <a:pt x="93" y="6019"/>
                  <a:pt x="93" y="6019"/>
                  <a:pt x="93" y="6019"/>
                </a:cubicBez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任意多边形: 形状 10"/>
          <p:cNvSpPr/>
          <p:nvPr>
            <p:custDataLst>
              <p:tags r:id="rId6"/>
            </p:custDataLst>
          </p:nvPr>
        </p:nvSpPr>
        <p:spPr>
          <a:xfrm rot="13500000">
            <a:off x="10810240" y="5656580"/>
            <a:ext cx="756285" cy="6350"/>
          </a:xfrm>
          <a:custGeom>
            <a:avLst/>
            <a:gdLst>
              <a:gd name="connsiteX0" fmla="*/ 3132 w 756013"/>
              <a:gd name="connsiteY0" fmla="*/ -359 h 6441"/>
              <a:gd name="connsiteX1" fmla="*/ -89 w 756013"/>
              <a:gd name="connsiteY1" fmla="*/ 2861 h 6441"/>
              <a:gd name="connsiteX2" fmla="*/ 3132 w 756013"/>
              <a:gd name="connsiteY2" fmla="*/ 6082 h 6441"/>
              <a:gd name="connsiteX3" fmla="*/ 3132 w 756013"/>
              <a:gd name="connsiteY3" fmla="*/ -359 h 6441"/>
              <a:gd name="connsiteX4" fmla="*/ 3132 w 756013"/>
              <a:gd name="connsiteY4" fmla="*/ -359 h 6441"/>
              <a:gd name="connsiteX5" fmla="*/ 752704 w 756013"/>
              <a:gd name="connsiteY5" fmla="*/ 6082 h 6441"/>
              <a:gd name="connsiteX6" fmla="*/ 755925 w 756013"/>
              <a:gd name="connsiteY6" fmla="*/ 2861 h 6441"/>
              <a:gd name="connsiteX7" fmla="*/ 752704 w 756013"/>
              <a:gd name="connsiteY7" fmla="*/ -359 h 6441"/>
              <a:gd name="connsiteX8" fmla="*/ 752704 w 756013"/>
              <a:gd name="connsiteY8" fmla="*/ 6082 h 6441"/>
              <a:gd name="connsiteX9" fmla="*/ 752704 w 756013"/>
              <a:gd name="connsiteY9" fmla="*/ 6082 h 6441"/>
              <a:gd name="connsiteX10" fmla="*/ 3132 w 756013"/>
              <a:gd name="connsiteY10" fmla="*/ 6082 h 6441"/>
              <a:gd name="connsiteX11" fmla="*/ 752704 w 756013"/>
              <a:gd name="connsiteY11" fmla="*/ 6082 h 6441"/>
              <a:gd name="connsiteX12" fmla="*/ 752704 w 756013"/>
              <a:gd name="connsiteY12" fmla="*/ -359 h 6441"/>
              <a:gd name="connsiteX13" fmla="*/ 3132 w 756013"/>
              <a:gd name="connsiteY13" fmla="*/ -359 h 6441"/>
              <a:gd name="connsiteX14" fmla="*/ 3132 w 756013"/>
              <a:gd name="connsiteY14" fmla="*/ 6082 h 6441"/>
              <a:gd name="connsiteX15" fmla="*/ 3132 w 756013"/>
              <a:gd name="connsiteY15" fmla="*/ 6082 h 6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6013" h="6441">
                <a:moveTo>
                  <a:pt x="3132" y="-359"/>
                </a:moveTo>
                <a:cubicBezTo>
                  <a:pt x="1353" y="-359"/>
                  <a:pt x="-89" y="1083"/>
                  <a:pt x="-89" y="2861"/>
                </a:cubicBezTo>
                <a:cubicBezTo>
                  <a:pt x="-89" y="4641"/>
                  <a:pt x="1353" y="6082"/>
                  <a:pt x="3132" y="6082"/>
                </a:cubicBezTo>
                <a:cubicBezTo>
                  <a:pt x="3132" y="6082"/>
                  <a:pt x="3132" y="-359"/>
                  <a:pt x="3132" y="-359"/>
                </a:cubicBezTo>
                <a:cubicBezTo>
                  <a:pt x="3132" y="-359"/>
                  <a:pt x="3132" y="-359"/>
                  <a:pt x="3132" y="-359"/>
                </a:cubicBezTo>
                <a:close/>
                <a:moveTo>
                  <a:pt x="752704" y="6082"/>
                </a:moveTo>
                <a:cubicBezTo>
                  <a:pt x="754482" y="6082"/>
                  <a:pt x="755925" y="4641"/>
                  <a:pt x="755925" y="2861"/>
                </a:cubicBezTo>
                <a:cubicBezTo>
                  <a:pt x="755925" y="1083"/>
                  <a:pt x="754482" y="-359"/>
                  <a:pt x="752704" y="-359"/>
                </a:cubicBezTo>
                <a:cubicBezTo>
                  <a:pt x="752704" y="-359"/>
                  <a:pt x="752704" y="6082"/>
                  <a:pt x="752704" y="6082"/>
                </a:cubicBezTo>
                <a:cubicBezTo>
                  <a:pt x="752704" y="6082"/>
                  <a:pt x="752704" y="6082"/>
                  <a:pt x="752704" y="6082"/>
                </a:cubicBezTo>
                <a:close/>
                <a:moveTo>
                  <a:pt x="3132" y="6082"/>
                </a:moveTo>
                <a:cubicBezTo>
                  <a:pt x="3132" y="6082"/>
                  <a:pt x="752704" y="6082"/>
                  <a:pt x="752704" y="6082"/>
                </a:cubicBezTo>
                <a:cubicBezTo>
                  <a:pt x="752704" y="6082"/>
                  <a:pt x="752704" y="-359"/>
                  <a:pt x="752704" y="-359"/>
                </a:cubicBezTo>
                <a:cubicBezTo>
                  <a:pt x="752704" y="-359"/>
                  <a:pt x="3132" y="-359"/>
                  <a:pt x="3132" y="-359"/>
                </a:cubicBezTo>
                <a:cubicBezTo>
                  <a:pt x="3132" y="-359"/>
                  <a:pt x="3132" y="6082"/>
                  <a:pt x="3132" y="6082"/>
                </a:cubicBezTo>
                <a:cubicBezTo>
                  <a:pt x="3132" y="6082"/>
                  <a:pt x="3132" y="6082"/>
                  <a:pt x="3132" y="6082"/>
                </a:cubicBez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任意多边形: 形状 8"/>
          <p:cNvSpPr/>
          <p:nvPr>
            <p:custDataLst>
              <p:tags r:id="rId7"/>
            </p:custDataLst>
          </p:nvPr>
        </p:nvSpPr>
        <p:spPr>
          <a:xfrm rot="18900000">
            <a:off x="11212195" y="5724525"/>
            <a:ext cx="193675" cy="186055"/>
          </a:xfrm>
          <a:custGeom>
            <a:avLst/>
            <a:gdLst>
              <a:gd name="connsiteX0" fmla="*/ 70759 w 193437"/>
              <a:gd name="connsiteY0" fmla="*/ -147 h 186208"/>
              <a:gd name="connsiteX1" fmla="*/ 67009 w 193437"/>
              <a:gd name="connsiteY1" fmla="*/ 991 h 186208"/>
              <a:gd name="connsiteX2" fmla="*/ 63308 w 193437"/>
              <a:gd name="connsiteY2" fmla="*/ 2280 h 186208"/>
              <a:gd name="connsiteX3" fmla="*/ 59663 w 193437"/>
              <a:gd name="connsiteY3" fmla="*/ 3716 h 186208"/>
              <a:gd name="connsiteX4" fmla="*/ 56079 w 193437"/>
              <a:gd name="connsiteY4" fmla="*/ 5301 h 186208"/>
              <a:gd name="connsiteX5" fmla="*/ 52562 w 193437"/>
              <a:gd name="connsiteY5" fmla="*/ 7029 h 186208"/>
              <a:gd name="connsiteX6" fmla="*/ 49118 w 193437"/>
              <a:gd name="connsiteY6" fmla="*/ 8897 h 186208"/>
              <a:gd name="connsiteX7" fmla="*/ 45752 w 193437"/>
              <a:gd name="connsiteY7" fmla="*/ 10903 h 186208"/>
              <a:gd name="connsiteX8" fmla="*/ 42470 w 193437"/>
              <a:gd name="connsiteY8" fmla="*/ 13045 h 186208"/>
              <a:gd name="connsiteX9" fmla="*/ 39278 w 193437"/>
              <a:gd name="connsiteY9" fmla="*/ 15317 h 186208"/>
              <a:gd name="connsiteX10" fmla="*/ 36181 w 193437"/>
              <a:gd name="connsiteY10" fmla="*/ 17716 h 186208"/>
              <a:gd name="connsiteX11" fmla="*/ 33183 w 193437"/>
              <a:gd name="connsiteY11" fmla="*/ 20240 h 186208"/>
              <a:gd name="connsiteX12" fmla="*/ 30290 w 193437"/>
              <a:gd name="connsiteY12" fmla="*/ 22884 h 186208"/>
              <a:gd name="connsiteX13" fmla="*/ 27506 w 193437"/>
              <a:gd name="connsiteY13" fmla="*/ 25641 h 186208"/>
              <a:gd name="connsiteX14" fmla="*/ 24836 w 193437"/>
              <a:gd name="connsiteY14" fmla="*/ 28509 h 186208"/>
              <a:gd name="connsiteX15" fmla="*/ 22285 w 193437"/>
              <a:gd name="connsiteY15" fmla="*/ 31483 h 186208"/>
              <a:gd name="connsiteX16" fmla="*/ 19856 w 193437"/>
              <a:gd name="connsiteY16" fmla="*/ 34559 h 186208"/>
              <a:gd name="connsiteX17" fmla="*/ 17554 w 193437"/>
              <a:gd name="connsiteY17" fmla="*/ 37730 h 186208"/>
              <a:gd name="connsiteX18" fmla="*/ 15382 w 193437"/>
              <a:gd name="connsiteY18" fmla="*/ 40991 h 186208"/>
              <a:gd name="connsiteX19" fmla="*/ 13344 w 193437"/>
              <a:gd name="connsiteY19" fmla="*/ 44337 h 186208"/>
              <a:gd name="connsiteX20" fmla="*/ 11443 w 193437"/>
              <a:gd name="connsiteY20" fmla="*/ 47764 h 186208"/>
              <a:gd name="connsiteX21" fmla="*/ 9683 w 193437"/>
              <a:gd name="connsiteY21" fmla="*/ 51265 h 186208"/>
              <a:gd name="connsiteX22" fmla="*/ 8066 w 193437"/>
              <a:gd name="connsiteY22" fmla="*/ 54833 h 186208"/>
              <a:gd name="connsiteX23" fmla="*/ 6594 w 193437"/>
              <a:gd name="connsiteY23" fmla="*/ 58466 h 186208"/>
              <a:gd name="connsiteX24" fmla="*/ 5272 w 193437"/>
              <a:gd name="connsiteY24" fmla="*/ 62154 h 186208"/>
              <a:gd name="connsiteX25" fmla="*/ 4099 w 193437"/>
              <a:gd name="connsiteY25" fmla="*/ 65893 h 186208"/>
              <a:gd name="connsiteX26" fmla="*/ 3079 w 193437"/>
              <a:gd name="connsiteY26" fmla="*/ 69676 h 186208"/>
              <a:gd name="connsiteX27" fmla="*/ 2213 w 193437"/>
              <a:gd name="connsiteY27" fmla="*/ 73497 h 186208"/>
              <a:gd name="connsiteX28" fmla="*/ 1503 w 193437"/>
              <a:gd name="connsiteY28" fmla="*/ 77351 h 186208"/>
              <a:gd name="connsiteX29" fmla="*/ 949 w 193437"/>
              <a:gd name="connsiteY29" fmla="*/ 81230 h 186208"/>
              <a:gd name="connsiteX30" fmla="*/ 552 w 193437"/>
              <a:gd name="connsiteY30" fmla="*/ 85129 h 186208"/>
              <a:gd name="connsiteX31" fmla="*/ 314 w 193437"/>
              <a:gd name="connsiteY31" fmla="*/ 89040 h 186208"/>
              <a:gd name="connsiteX32" fmla="*/ 235 w 193437"/>
              <a:gd name="connsiteY32" fmla="*/ 92958 h 186208"/>
              <a:gd name="connsiteX33" fmla="*/ 314 w 193437"/>
              <a:gd name="connsiteY33" fmla="*/ 96876 h 186208"/>
              <a:gd name="connsiteX34" fmla="*/ 552 w 193437"/>
              <a:gd name="connsiteY34" fmla="*/ 100786 h 186208"/>
              <a:gd name="connsiteX35" fmla="*/ 949 w 193437"/>
              <a:gd name="connsiteY35" fmla="*/ 104685 h 186208"/>
              <a:gd name="connsiteX36" fmla="*/ 1503 w 193437"/>
              <a:gd name="connsiteY36" fmla="*/ 108564 h 186208"/>
              <a:gd name="connsiteX37" fmla="*/ 2213 w 193437"/>
              <a:gd name="connsiteY37" fmla="*/ 112417 h 186208"/>
              <a:gd name="connsiteX38" fmla="*/ 3079 w 193437"/>
              <a:gd name="connsiteY38" fmla="*/ 116239 h 186208"/>
              <a:gd name="connsiteX39" fmla="*/ 4099 w 193437"/>
              <a:gd name="connsiteY39" fmla="*/ 120023 h 186208"/>
              <a:gd name="connsiteX40" fmla="*/ 5272 w 193437"/>
              <a:gd name="connsiteY40" fmla="*/ 123761 h 186208"/>
              <a:gd name="connsiteX41" fmla="*/ 6594 w 193437"/>
              <a:gd name="connsiteY41" fmla="*/ 127450 h 186208"/>
              <a:gd name="connsiteX42" fmla="*/ 8066 w 193437"/>
              <a:gd name="connsiteY42" fmla="*/ 131081 h 186208"/>
              <a:gd name="connsiteX43" fmla="*/ 9683 w 193437"/>
              <a:gd name="connsiteY43" fmla="*/ 134651 h 186208"/>
              <a:gd name="connsiteX44" fmla="*/ 11443 w 193437"/>
              <a:gd name="connsiteY44" fmla="*/ 138151 h 186208"/>
              <a:gd name="connsiteX45" fmla="*/ 13344 w 193437"/>
              <a:gd name="connsiteY45" fmla="*/ 141578 h 186208"/>
              <a:gd name="connsiteX46" fmla="*/ 15382 w 193437"/>
              <a:gd name="connsiteY46" fmla="*/ 144925 h 186208"/>
              <a:gd name="connsiteX47" fmla="*/ 17554 w 193437"/>
              <a:gd name="connsiteY47" fmla="*/ 148186 h 186208"/>
              <a:gd name="connsiteX48" fmla="*/ 19856 w 193437"/>
              <a:gd name="connsiteY48" fmla="*/ 151357 h 186208"/>
              <a:gd name="connsiteX49" fmla="*/ 22285 w 193437"/>
              <a:gd name="connsiteY49" fmla="*/ 154431 h 186208"/>
              <a:gd name="connsiteX50" fmla="*/ 24836 w 193437"/>
              <a:gd name="connsiteY50" fmla="*/ 157406 h 186208"/>
              <a:gd name="connsiteX51" fmla="*/ 27506 w 193437"/>
              <a:gd name="connsiteY51" fmla="*/ 160274 h 186208"/>
              <a:gd name="connsiteX52" fmla="*/ 30290 w 193437"/>
              <a:gd name="connsiteY52" fmla="*/ 163032 h 186208"/>
              <a:gd name="connsiteX53" fmla="*/ 33183 w 193437"/>
              <a:gd name="connsiteY53" fmla="*/ 165675 h 186208"/>
              <a:gd name="connsiteX54" fmla="*/ 36181 w 193437"/>
              <a:gd name="connsiteY54" fmla="*/ 168198 h 186208"/>
              <a:gd name="connsiteX55" fmla="*/ 39278 w 193437"/>
              <a:gd name="connsiteY55" fmla="*/ 170598 h 186208"/>
              <a:gd name="connsiteX56" fmla="*/ 42470 w 193437"/>
              <a:gd name="connsiteY56" fmla="*/ 172870 h 186208"/>
              <a:gd name="connsiteX57" fmla="*/ 45752 w 193437"/>
              <a:gd name="connsiteY57" fmla="*/ 175012 h 186208"/>
              <a:gd name="connsiteX58" fmla="*/ 49118 w 193437"/>
              <a:gd name="connsiteY58" fmla="*/ 177018 h 186208"/>
              <a:gd name="connsiteX59" fmla="*/ 52562 w 193437"/>
              <a:gd name="connsiteY59" fmla="*/ 178888 h 186208"/>
              <a:gd name="connsiteX60" fmla="*/ 56079 w 193437"/>
              <a:gd name="connsiteY60" fmla="*/ 180614 h 186208"/>
              <a:gd name="connsiteX61" fmla="*/ 59663 w 193437"/>
              <a:gd name="connsiteY61" fmla="*/ 182198 h 186208"/>
              <a:gd name="connsiteX62" fmla="*/ 63308 w 193437"/>
              <a:gd name="connsiteY62" fmla="*/ 183635 h 186208"/>
              <a:gd name="connsiteX63" fmla="*/ 67009 w 193437"/>
              <a:gd name="connsiteY63" fmla="*/ 184923 h 186208"/>
              <a:gd name="connsiteX64" fmla="*/ 70759 w 193437"/>
              <a:gd name="connsiteY64" fmla="*/ 186062 h 186208"/>
              <a:gd name="connsiteX65" fmla="*/ 70759 w 193437"/>
              <a:gd name="connsiteY65" fmla="*/ -147 h 186208"/>
              <a:gd name="connsiteX66" fmla="*/ 123148 w 193437"/>
              <a:gd name="connsiteY66" fmla="*/ 186062 h 186208"/>
              <a:gd name="connsiteX67" fmla="*/ 126898 w 193437"/>
              <a:gd name="connsiteY67" fmla="*/ 184925 h 186208"/>
              <a:gd name="connsiteX68" fmla="*/ 130599 w 193437"/>
              <a:gd name="connsiteY68" fmla="*/ 183636 h 186208"/>
              <a:gd name="connsiteX69" fmla="*/ 134244 w 193437"/>
              <a:gd name="connsiteY69" fmla="*/ 182198 h 186208"/>
              <a:gd name="connsiteX70" fmla="*/ 137828 w 193437"/>
              <a:gd name="connsiteY70" fmla="*/ 180615 h 186208"/>
              <a:gd name="connsiteX71" fmla="*/ 141345 w 193437"/>
              <a:gd name="connsiteY71" fmla="*/ 178888 h 186208"/>
              <a:gd name="connsiteX72" fmla="*/ 144790 w 193437"/>
              <a:gd name="connsiteY72" fmla="*/ 177018 h 186208"/>
              <a:gd name="connsiteX73" fmla="*/ 148155 w 193437"/>
              <a:gd name="connsiteY73" fmla="*/ 175012 h 186208"/>
              <a:gd name="connsiteX74" fmla="*/ 151437 w 193437"/>
              <a:gd name="connsiteY74" fmla="*/ 172871 h 186208"/>
              <a:gd name="connsiteX75" fmla="*/ 154629 w 193437"/>
              <a:gd name="connsiteY75" fmla="*/ 170599 h 186208"/>
              <a:gd name="connsiteX76" fmla="*/ 157727 w 193437"/>
              <a:gd name="connsiteY76" fmla="*/ 168198 h 186208"/>
              <a:gd name="connsiteX77" fmla="*/ 160725 w 193437"/>
              <a:gd name="connsiteY77" fmla="*/ 165675 h 186208"/>
              <a:gd name="connsiteX78" fmla="*/ 163617 w 193437"/>
              <a:gd name="connsiteY78" fmla="*/ 163032 h 186208"/>
              <a:gd name="connsiteX79" fmla="*/ 166402 w 193437"/>
              <a:gd name="connsiteY79" fmla="*/ 160275 h 186208"/>
              <a:gd name="connsiteX80" fmla="*/ 169072 w 193437"/>
              <a:gd name="connsiteY80" fmla="*/ 157407 h 186208"/>
              <a:gd name="connsiteX81" fmla="*/ 171622 w 193437"/>
              <a:gd name="connsiteY81" fmla="*/ 154433 h 186208"/>
              <a:gd name="connsiteX82" fmla="*/ 174051 w 193437"/>
              <a:gd name="connsiteY82" fmla="*/ 151357 h 186208"/>
              <a:gd name="connsiteX83" fmla="*/ 176354 w 193437"/>
              <a:gd name="connsiteY83" fmla="*/ 148186 h 186208"/>
              <a:gd name="connsiteX84" fmla="*/ 178526 w 193437"/>
              <a:gd name="connsiteY84" fmla="*/ 144925 h 186208"/>
              <a:gd name="connsiteX85" fmla="*/ 180563 w 193437"/>
              <a:gd name="connsiteY85" fmla="*/ 141579 h 186208"/>
              <a:gd name="connsiteX86" fmla="*/ 182465 w 193437"/>
              <a:gd name="connsiteY86" fmla="*/ 138152 h 186208"/>
              <a:gd name="connsiteX87" fmla="*/ 184225 w 193437"/>
              <a:gd name="connsiteY87" fmla="*/ 134651 h 186208"/>
              <a:gd name="connsiteX88" fmla="*/ 185842 w 193437"/>
              <a:gd name="connsiteY88" fmla="*/ 131081 h 186208"/>
              <a:gd name="connsiteX89" fmla="*/ 187314 w 193437"/>
              <a:gd name="connsiteY89" fmla="*/ 127450 h 186208"/>
              <a:gd name="connsiteX90" fmla="*/ 188636 w 193437"/>
              <a:gd name="connsiteY90" fmla="*/ 123762 h 186208"/>
              <a:gd name="connsiteX91" fmla="*/ 189810 w 193437"/>
              <a:gd name="connsiteY91" fmla="*/ 120023 h 186208"/>
              <a:gd name="connsiteX92" fmla="*/ 190829 w 193437"/>
              <a:gd name="connsiteY92" fmla="*/ 116239 h 186208"/>
              <a:gd name="connsiteX93" fmla="*/ 191695 w 193437"/>
              <a:gd name="connsiteY93" fmla="*/ 112417 h 186208"/>
              <a:gd name="connsiteX94" fmla="*/ 192405 w 193437"/>
              <a:gd name="connsiteY94" fmla="*/ 108564 h 186208"/>
              <a:gd name="connsiteX95" fmla="*/ 192959 w 193437"/>
              <a:gd name="connsiteY95" fmla="*/ 104685 h 186208"/>
              <a:gd name="connsiteX96" fmla="*/ 193356 w 193437"/>
              <a:gd name="connsiteY96" fmla="*/ 100786 h 186208"/>
              <a:gd name="connsiteX97" fmla="*/ 193594 w 193437"/>
              <a:gd name="connsiteY97" fmla="*/ 96876 h 186208"/>
              <a:gd name="connsiteX98" fmla="*/ 193673 w 193437"/>
              <a:gd name="connsiteY98" fmla="*/ 92958 h 186208"/>
              <a:gd name="connsiteX99" fmla="*/ 193594 w 193437"/>
              <a:gd name="connsiteY99" fmla="*/ 89040 h 186208"/>
              <a:gd name="connsiteX100" fmla="*/ 193356 w 193437"/>
              <a:gd name="connsiteY100" fmla="*/ 85129 h 186208"/>
              <a:gd name="connsiteX101" fmla="*/ 192959 w 193437"/>
              <a:gd name="connsiteY101" fmla="*/ 81230 h 186208"/>
              <a:gd name="connsiteX102" fmla="*/ 192405 w 193437"/>
              <a:gd name="connsiteY102" fmla="*/ 77351 h 186208"/>
              <a:gd name="connsiteX103" fmla="*/ 191695 w 193437"/>
              <a:gd name="connsiteY103" fmla="*/ 73497 h 186208"/>
              <a:gd name="connsiteX104" fmla="*/ 190829 w 193437"/>
              <a:gd name="connsiteY104" fmla="*/ 69676 h 186208"/>
              <a:gd name="connsiteX105" fmla="*/ 189810 w 193437"/>
              <a:gd name="connsiteY105" fmla="*/ 65893 h 186208"/>
              <a:gd name="connsiteX106" fmla="*/ 188636 w 193437"/>
              <a:gd name="connsiteY106" fmla="*/ 62154 h 186208"/>
              <a:gd name="connsiteX107" fmla="*/ 187314 w 193437"/>
              <a:gd name="connsiteY107" fmla="*/ 58465 h 186208"/>
              <a:gd name="connsiteX108" fmla="*/ 185842 w 193437"/>
              <a:gd name="connsiteY108" fmla="*/ 54833 h 186208"/>
              <a:gd name="connsiteX109" fmla="*/ 184225 w 193437"/>
              <a:gd name="connsiteY109" fmla="*/ 51265 h 186208"/>
              <a:gd name="connsiteX110" fmla="*/ 182465 w 193437"/>
              <a:gd name="connsiteY110" fmla="*/ 47764 h 186208"/>
              <a:gd name="connsiteX111" fmla="*/ 180563 w 193437"/>
              <a:gd name="connsiteY111" fmla="*/ 44337 h 186208"/>
              <a:gd name="connsiteX112" fmla="*/ 178526 w 193437"/>
              <a:gd name="connsiteY112" fmla="*/ 40991 h 186208"/>
              <a:gd name="connsiteX113" fmla="*/ 176354 w 193437"/>
              <a:gd name="connsiteY113" fmla="*/ 37728 h 186208"/>
              <a:gd name="connsiteX114" fmla="*/ 174051 w 193437"/>
              <a:gd name="connsiteY114" fmla="*/ 34557 h 186208"/>
              <a:gd name="connsiteX115" fmla="*/ 171622 w 193437"/>
              <a:gd name="connsiteY115" fmla="*/ 31483 h 186208"/>
              <a:gd name="connsiteX116" fmla="*/ 169072 w 193437"/>
              <a:gd name="connsiteY116" fmla="*/ 28509 h 186208"/>
              <a:gd name="connsiteX117" fmla="*/ 166402 w 193437"/>
              <a:gd name="connsiteY117" fmla="*/ 25641 h 186208"/>
              <a:gd name="connsiteX118" fmla="*/ 163617 w 193437"/>
              <a:gd name="connsiteY118" fmla="*/ 22882 h 186208"/>
              <a:gd name="connsiteX119" fmla="*/ 160725 w 193437"/>
              <a:gd name="connsiteY119" fmla="*/ 20240 h 186208"/>
              <a:gd name="connsiteX120" fmla="*/ 157727 w 193437"/>
              <a:gd name="connsiteY120" fmla="*/ 17716 h 186208"/>
              <a:gd name="connsiteX121" fmla="*/ 154629 w 193437"/>
              <a:gd name="connsiteY121" fmla="*/ 15317 h 186208"/>
              <a:gd name="connsiteX122" fmla="*/ 151437 w 193437"/>
              <a:gd name="connsiteY122" fmla="*/ 13045 h 186208"/>
              <a:gd name="connsiteX123" fmla="*/ 148155 w 193437"/>
              <a:gd name="connsiteY123" fmla="*/ 10903 h 186208"/>
              <a:gd name="connsiteX124" fmla="*/ 144789 w 193437"/>
              <a:gd name="connsiteY124" fmla="*/ 8897 h 186208"/>
              <a:gd name="connsiteX125" fmla="*/ 141345 w 193437"/>
              <a:gd name="connsiteY125" fmla="*/ 7027 h 186208"/>
              <a:gd name="connsiteX126" fmla="*/ 137828 w 193437"/>
              <a:gd name="connsiteY126" fmla="*/ 5301 h 186208"/>
              <a:gd name="connsiteX127" fmla="*/ 134244 w 193437"/>
              <a:gd name="connsiteY127" fmla="*/ 3716 h 186208"/>
              <a:gd name="connsiteX128" fmla="*/ 130599 w 193437"/>
              <a:gd name="connsiteY128" fmla="*/ 2280 h 186208"/>
              <a:gd name="connsiteX129" fmla="*/ 126898 w 193437"/>
              <a:gd name="connsiteY129" fmla="*/ 991 h 186208"/>
              <a:gd name="connsiteX130" fmla="*/ 123148 w 193437"/>
              <a:gd name="connsiteY130" fmla="*/ -147 h 186208"/>
              <a:gd name="connsiteX131" fmla="*/ 123148 w 193437"/>
              <a:gd name="connsiteY131" fmla="*/ 186062 h 186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93437" h="186208">
                <a:moveTo>
                  <a:pt x="70759" y="-147"/>
                </a:moveTo>
                <a:cubicBezTo>
                  <a:pt x="69501" y="207"/>
                  <a:pt x="68251" y="587"/>
                  <a:pt x="67009" y="991"/>
                </a:cubicBezTo>
                <a:cubicBezTo>
                  <a:pt x="65767" y="1396"/>
                  <a:pt x="64533" y="1826"/>
                  <a:pt x="63308" y="2280"/>
                </a:cubicBezTo>
                <a:cubicBezTo>
                  <a:pt x="62084" y="2734"/>
                  <a:pt x="60869" y="3214"/>
                  <a:pt x="59663" y="3716"/>
                </a:cubicBezTo>
                <a:cubicBezTo>
                  <a:pt x="58458" y="4220"/>
                  <a:pt x="57263" y="4748"/>
                  <a:pt x="56079" y="5301"/>
                </a:cubicBezTo>
                <a:cubicBezTo>
                  <a:pt x="54895" y="5853"/>
                  <a:pt x="53723" y="6428"/>
                  <a:pt x="52562" y="7029"/>
                </a:cubicBezTo>
                <a:cubicBezTo>
                  <a:pt x="51401" y="7628"/>
                  <a:pt x="50253" y="8251"/>
                  <a:pt x="49118" y="8897"/>
                </a:cubicBezTo>
                <a:cubicBezTo>
                  <a:pt x="47982" y="9542"/>
                  <a:pt x="46860" y="10212"/>
                  <a:pt x="45752" y="10903"/>
                </a:cubicBezTo>
                <a:cubicBezTo>
                  <a:pt x="44644" y="11595"/>
                  <a:pt x="43550" y="12309"/>
                  <a:pt x="42470" y="13045"/>
                </a:cubicBezTo>
                <a:cubicBezTo>
                  <a:pt x="41391" y="13781"/>
                  <a:pt x="40327" y="14538"/>
                  <a:pt x="39278" y="15317"/>
                </a:cubicBezTo>
                <a:cubicBezTo>
                  <a:pt x="38230" y="16096"/>
                  <a:pt x="37197" y="16897"/>
                  <a:pt x="36181" y="17716"/>
                </a:cubicBezTo>
                <a:cubicBezTo>
                  <a:pt x="35164" y="18538"/>
                  <a:pt x="34165" y="19380"/>
                  <a:pt x="33183" y="20240"/>
                </a:cubicBezTo>
                <a:cubicBezTo>
                  <a:pt x="32201" y="21101"/>
                  <a:pt x="31236" y="21982"/>
                  <a:pt x="30290" y="22884"/>
                </a:cubicBezTo>
                <a:cubicBezTo>
                  <a:pt x="29343" y="23784"/>
                  <a:pt x="28415" y="24704"/>
                  <a:pt x="27506" y="25641"/>
                </a:cubicBezTo>
                <a:cubicBezTo>
                  <a:pt x="26597" y="26580"/>
                  <a:pt x="25707" y="27535"/>
                  <a:pt x="24836" y="28509"/>
                </a:cubicBezTo>
                <a:cubicBezTo>
                  <a:pt x="23966" y="29483"/>
                  <a:pt x="23115" y="30475"/>
                  <a:pt x="22285" y="31483"/>
                </a:cubicBezTo>
                <a:cubicBezTo>
                  <a:pt x="21455" y="32491"/>
                  <a:pt x="20645" y="33517"/>
                  <a:pt x="19856" y="34559"/>
                </a:cubicBezTo>
                <a:cubicBezTo>
                  <a:pt x="19067" y="35599"/>
                  <a:pt x="18300" y="36657"/>
                  <a:pt x="17554" y="37730"/>
                </a:cubicBezTo>
                <a:cubicBezTo>
                  <a:pt x="16808" y="38802"/>
                  <a:pt x="16084" y="39889"/>
                  <a:pt x="15382" y="40991"/>
                </a:cubicBezTo>
                <a:cubicBezTo>
                  <a:pt x="14680" y="42092"/>
                  <a:pt x="14001" y="43208"/>
                  <a:pt x="13344" y="44337"/>
                </a:cubicBezTo>
                <a:cubicBezTo>
                  <a:pt x="12687" y="45467"/>
                  <a:pt x="12054" y="46609"/>
                  <a:pt x="11443" y="47764"/>
                </a:cubicBezTo>
                <a:cubicBezTo>
                  <a:pt x="10833" y="48918"/>
                  <a:pt x="10246" y="50086"/>
                  <a:pt x="9683" y="51265"/>
                </a:cubicBezTo>
                <a:cubicBezTo>
                  <a:pt x="9120" y="52443"/>
                  <a:pt x="8581" y="53633"/>
                  <a:pt x="8066" y="54833"/>
                </a:cubicBezTo>
                <a:cubicBezTo>
                  <a:pt x="7551" y="56035"/>
                  <a:pt x="7060" y="57245"/>
                  <a:pt x="6594" y="58466"/>
                </a:cubicBezTo>
                <a:cubicBezTo>
                  <a:pt x="6129" y="59687"/>
                  <a:pt x="5688" y="60915"/>
                  <a:pt x="5272" y="62154"/>
                </a:cubicBezTo>
                <a:cubicBezTo>
                  <a:pt x="4855" y="63392"/>
                  <a:pt x="4465" y="64639"/>
                  <a:pt x="4099" y="65893"/>
                </a:cubicBezTo>
                <a:cubicBezTo>
                  <a:pt x="3733" y="67147"/>
                  <a:pt x="3393" y="68408"/>
                  <a:pt x="3079" y="69676"/>
                </a:cubicBezTo>
                <a:cubicBezTo>
                  <a:pt x="2764" y="70945"/>
                  <a:pt x="2476" y="72218"/>
                  <a:pt x="2213" y="73497"/>
                </a:cubicBezTo>
                <a:cubicBezTo>
                  <a:pt x="1950" y="74777"/>
                  <a:pt x="1713" y="76062"/>
                  <a:pt x="1503" y="77351"/>
                </a:cubicBezTo>
                <a:cubicBezTo>
                  <a:pt x="1292" y="78641"/>
                  <a:pt x="1107" y="79934"/>
                  <a:pt x="949" y="81230"/>
                </a:cubicBezTo>
                <a:cubicBezTo>
                  <a:pt x="790" y="82528"/>
                  <a:pt x="658" y="83827"/>
                  <a:pt x="552" y="85129"/>
                </a:cubicBezTo>
                <a:cubicBezTo>
                  <a:pt x="447" y="86431"/>
                  <a:pt x="367" y="87734"/>
                  <a:pt x="314" y="89040"/>
                </a:cubicBezTo>
                <a:cubicBezTo>
                  <a:pt x="262" y="90346"/>
                  <a:pt x="235" y="91650"/>
                  <a:pt x="235" y="92958"/>
                </a:cubicBezTo>
                <a:cubicBezTo>
                  <a:pt x="235" y="94264"/>
                  <a:pt x="262" y="95570"/>
                  <a:pt x="314" y="96876"/>
                </a:cubicBezTo>
                <a:cubicBezTo>
                  <a:pt x="367" y="98180"/>
                  <a:pt x="447" y="99485"/>
                  <a:pt x="552" y="100786"/>
                </a:cubicBezTo>
                <a:cubicBezTo>
                  <a:pt x="658" y="102089"/>
                  <a:pt x="790" y="103388"/>
                  <a:pt x="949" y="104685"/>
                </a:cubicBezTo>
                <a:cubicBezTo>
                  <a:pt x="1107" y="105983"/>
                  <a:pt x="1292" y="107274"/>
                  <a:pt x="1503" y="108564"/>
                </a:cubicBezTo>
                <a:cubicBezTo>
                  <a:pt x="1713" y="109854"/>
                  <a:pt x="1950" y="111137"/>
                  <a:pt x="2213" y="112417"/>
                </a:cubicBezTo>
                <a:cubicBezTo>
                  <a:pt x="2476" y="113698"/>
                  <a:pt x="2764" y="114971"/>
                  <a:pt x="3079" y="116239"/>
                </a:cubicBezTo>
                <a:cubicBezTo>
                  <a:pt x="3393" y="117508"/>
                  <a:pt x="3733" y="118769"/>
                  <a:pt x="4099" y="120023"/>
                </a:cubicBezTo>
                <a:cubicBezTo>
                  <a:pt x="4465" y="121278"/>
                  <a:pt x="4855" y="122522"/>
                  <a:pt x="5272" y="123761"/>
                </a:cubicBezTo>
                <a:cubicBezTo>
                  <a:pt x="5688" y="124999"/>
                  <a:pt x="6129" y="126229"/>
                  <a:pt x="6594" y="127450"/>
                </a:cubicBezTo>
                <a:cubicBezTo>
                  <a:pt x="7060" y="128671"/>
                  <a:pt x="7551" y="129882"/>
                  <a:pt x="8066" y="131081"/>
                </a:cubicBezTo>
                <a:cubicBezTo>
                  <a:pt x="8581" y="132283"/>
                  <a:pt x="9120" y="133473"/>
                  <a:pt x="9683" y="134651"/>
                </a:cubicBezTo>
                <a:cubicBezTo>
                  <a:pt x="10246" y="135830"/>
                  <a:pt x="10833" y="136996"/>
                  <a:pt x="11443" y="138151"/>
                </a:cubicBezTo>
                <a:cubicBezTo>
                  <a:pt x="12054" y="139307"/>
                  <a:pt x="12687" y="140449"/>
                  <a:pt x="13344" y="141578"/>
                </a:cubicBezTo>
                <a:cubicBezTo>
                  <a:pt x="14001" y="142708"/>
                  <a:pt x="14680" y="143822"/>
                  <a:pt x="15382" y="144925"/>
                </a:cubicBezTo>
                <a:cubicBezTo>
                  <a:pt x="16084" y="146027"/>
                  <a:pt x="16808" y="147114"/>
                  <a:pt x="17554" y="148186"/>
                </a:cubicBezTo>
                <a:cubicBezTo>
                  <a:pt x="18300" y="149259"/>
                  <a:pt x="19067" y="150315"/>
                  <a:pt x="19856" y="151357"/>
                </a:cubicBezTo>
                <a:cubicBezTo>
                  <a:pt x="20645" y="152399"/>
                  <a:pt x="21455" y="153423"/>
                  <a:pt x="22285" y="154431"/>
                </a:cubicBezTo>
                <a:cubicBezTo>
                  <a:pt x="23115" y="155441"/>
                  <a:pt x="23966" y="156431"/>
                  <a:pt x="24836" y="157406"/>
                </a:cubicBezTo>
                <a:cubicBezTo>
                  <a:pt x="25707" y="158380"/>
                  <a:pt x="26597" y="159336"/>
                  <a:pt x="27506" y="160274"/>
                </a:cubicBezTo>
                <a:cubicBezTo>
                  <a:pt x="28415" y="161212"/>
                  <a:pt x="29343" y="162132"/>
                  <a:pt x="30290" y="163032"/>
                </a:cubicBezTo>
                <a:cubicBezTo>
                  <a:pt x="31236" y="163934"/>
                  <a:pt x="32201" y="164815"/>
                  <a:pt x="33183" y="165675"/>
                </a:cubicBezTo>
                <a:cubicBezTo>
                  <a:pt x="34165" y="166536"/>
                  <a:pt x="35164" y="167377"/>
                  <a:pt x="36181" y="168198"/>
                </a:cubicBezTo>
                <a:cubicBezTo>
                  <a:pt x="37197" y="169019"/>
                  <a:pt x="38230" y="169820"/>
                  <a:pt x="39278" y="170598"/>
                </a:cubicBezTo>
                <a:cubicBezTo>
                  <a:pt x="40327" y="171377"/>
                  <a:pt x="41391" y="172135"/>
                  <a:pt x="42470" y="172870"/>
                </a:cubicBezTo>
                <a:cubicBezTo>
                  <a:pt x="43550" y="173607"/>
                  <a:pt x="44644" y="174321"/>
                  <a:pt x="45752" y="175012"/>
                </a:cubicBezTo>
                <a:cubicBezTo>
                  <a:pt x="46860" y="175704"/>
                  <a:pt x="47982" y="176372"/>
                  <a:pt x="49118" y="177018"/>
                </a:cubicBezTo>
                <a:cubicBezTo>
                  <a:pt x="50253" y="177665"/>
                  <a:pt x="51401" y="178289"/>
                  <a:pt x="52562" y="178888"/>
                </a:cubicBezTo>
                <a:cubicBezTo>
                  <a:pt x="53723" y="179487"/>
                  <a:pt x="54895" y="180063"/>
                  <a:pt x="56079" y="180614"/>
                </a:cubicBezTo>
                <a:cubicBezTo>
                  <a:pt x="57263" y="181168"/>
                  <a:pt x="58458" y="181696"/>
                  <a:pt x="59663" y="182198"/>
                </a:cubicBezTo>
                <a:cubicBezTo>
                  <a:pt x="60869" y="182703"/>
                  <a:pt x="62084" y="183181"/>
                  <a:pt x="63308" y="183635"/>
                </a:cubicBezTo>
                <a:cubicBezTo>
                  <a:pt x="64533" y="184091"/>
                  <a:pt x="65767" y="184521"/>
                  <a:pt x="67009" y="184923"/>
                </a:cubicBezTo>
                <a:cubicBezTo>
                  <a:pt x="68251" y="185329"/>
                  <a:pt x="69501" y="185707"/>
                  <a:pt x="70759" y="186062"/>
                </a:cubicBezTo>
                <a:lnTo>
                  <a:pt x="70759" y="-147"/>
                </a:lnTo>
                <a:close/>
                <a:moveTo>
                  <a:pt x="123148" y="186062"/>
                </a:moveTo>
                <a:cubicBezTo>
                  <a:pt x="124406" y="185707"/>
                  <a:pt x="125656" y="185329"/>
                  <a:pt x="126898" y="184925"/>
                </a:cubicBezTo>
                <a:cubicBezTo>
                  <a:pt x="128140" y="184521"/>
                  <a:pt x="129374" y="184091"/>
                  <a:pt x="130599" y="183636"/>
                </a:cubicBezTo>
                <a:cubicBezTo>
                  <a:pt x="131823" y="183182"/>
                  <a:pt x="133039" y="182703"/>
                  <a:pt x="134244" y="182198"/>
                </a:cubicBezTo>
                <a:cubicBezTo>
                  <a:pt x="135450" y="181696"/>
                  <a:pt x="136644" y="181168"/>
                  <a:pt x="137828" y="180615"/>
                </a:cubicBezTo>
                <a:cubicBezTo>
                  <a:pt x="139012" y="180063"/>
                  <a:pt x="140185" y="179487"/>
                  <a:pt x="141345" y="178888"/>
                </a:cubicBezTo>
                <a:cubicBezTo>
                  <a:pt x="142506" y="178289"/>
                  <a:pt x="143654" y="177665"/>
                  <a:pt x="144790" y="177018"/>
                </a:cubicBezTo>
                <a:cubicBezTo>
                  <a:pt x="145925" y="176374"/>
                  <a:pt x="147047" y="175704"/>
                  <a:pt x="148155" y="175012"/>
                </a:cubicBezTo>
                <a:cubicBezTo>
                  <a:pt x="149264" y="174321"/>
                  <a:pt x="150358" y="173607"/>
                  <a:pt x="151437" y="172871"/>
                </a:cubicBezTo>
                <a:cubicBezTo>
                  <a:pt x="152517" y="172135"/>
                  <a:pt x="153581" y="171379"/>
                  <a:pt x="154629" y="170599"/>
                </a:cubicBezTo>
                <a:cubicBezTo>
                  <a:pt x="155678" y="169820"/>
                  <a:pt x="156711" y="169019"/>
                  <a:pt x="157727" y="168198"/>
                </a:cubicBezTo>
                <a:cubicBezTo>
                  <a:pt x="158743" y="167378"/>
                  <a:pt x="159743" y="166538"/>
                  <a:pt x="160725" y="165675"/>
                </a:cubicBezTo>
                <a:cubicBezTo>
                  <a:pt x="161707" y="164815"/>
                  <a:pt x="162672" y="163934"/>
                  <a:pt x="163617" y="163032"/>
                </a:cubicBezTo>
                <a:cubicBezTo>
                  <a:pt x="164564" y="162132"/>
                  <a:pt x="165492" y="161212"/>
                  <a:pt x="166402" y="160275"/>
                </a:cubicBezTo>
                <a:cubicBezTo>
                  <a:pt x="167311" y="159336"/>
                  <a:pt x="168200" y="158381"/>
                  <a:pt x="169072" y="157407"/>
                </a:cubicBezTo>
                <a:cubicBezTo>
                  <a:pt x="169943" y="156433"/>
                  <a:pt x="170793" y="155441"/>
                  <a:pt x="171622" y="154433"/>
                </a:cubicBezTo>
                <a:cubicBezTo>
                  <a:pt x="172453" y="153423"/>
                  <a:pt x="173263" y="152399"/>
                  <a:pt x="174051" y="151357"/>
                </a:cubicBezTo>
                <a:cubicBezTo>
                  <a:pt x="174840" y="150317"/>
                  <a:pt x="175608" y="149259"/>
                  <a:pt x="176354" y="148186"/>
                </a:cubicBezTo>
                <a:cubicBezTo>
                  <a:pt x="177099" y="147114"/>
                  <a:pt x="177824" y="146027"/>
                  <a:pt x="178526" y="144925"/>
                </a:cubicBezTo>
                <a:cubicBezTo>
                  <a:pt x="179228" y="143824"/>
                  <a:pt x="179908" y="142708"/>
                  <a:pt x="180563" y="141579"/>
                </a:cubicBezTo>
                <a:cubicBezTo>
                  <a:pt x="181220" y="140449"/>
                  <a:pt x="181854" y="139307"/>
                  <a:pt x="182465" y="138152"/>
                </a:cubicBezTo>
                <a:cubicBezTo>
                  <a:pt x="183075" y="136996"/>
                  <a:pt x="183661" y="135830"/>
                  <a:pt x="184225" y="134651"/>
                </a:cubicBezTo>
                <a:cubicBezTo>
                  <a:pt x="184788" y="133473"/>
                  <a:pt x="185328" y="132283"/>
                  <a:pt x="185842" y="131081"/>
                </a:cubicBezTo>
                <a:cubicBezTo>
                  <a:pt x="186357" y="129882"/>
                  <a:pt x="186848" y="128671"/>
                  <a:pt x="187314" y="127450"/>
                </a:cubicBezTo>
                <a:cubicBezTo>
                  <a:pt x="187779" y="126229"/>
                  <a:pt x="188220" y="125001"/>
                  <a:pt x="188636" y="123762"/>
                </a:cubicBezTo>
                <a:cubicBezTo>
                  <a:pt x="189053" y="122524"/>
                  <a:pt x="189444" y="121278"/>
                  <a:pt x="189810" y="120023"/>
                </a:cubicBezTo>
                <a:cubicBezTo>
                  <a:pt x="190175" y="118769"/>
                  <a:pt x="190515" y="117508"/>
                  <a:pt x="190829" y="116239"/>
                </a:cubicBezTo>
                <a:cubicBezTo>
                  <a:pt x="191143" y="114971"/>
                  <a:pt x="191433" y="113698"/>
                  <a:pt x="191695" y="112417"/>
                </a:cubicBezTo>
                <a:cubicBezTo>
                  <a:pt x="191958" y="111137"/>
                  <a:pt x="192194" y="109854"/>
                  <a:pt x="192405" y="108564"/>
                </a:cubicBezTo>
                <a:cubicBezTo>
                  <a:pt x="192616" y="107276"/>
                  <a:pt x="192800" y="105983"/>
                  <a:pt x="192959" y="104685"/>
                </a:cubicBezTo>
                <a:cubicBezTo>
                  <a:pt x="193119" y="103388"/>
                  <a:pt x="193251" y="102089"/>
                  <a:pt x="193356" y="100786"/>
                </a:cubicBezTo>
                <a:cubicBezTo>
                  <a:pt x="193462" y="99485"/>
                  <a:pt x="193541" y="98180"/>
                  <a:pt x="193594" y="96876"/>
                </a:cubicBezTo>
                <a:cubicBezTo>
                  <a:pt x="193647" y="95570"/>
                  <a:pt x="193673" y="94264"/>
                  <a:pt x="193673" y="92958"/>
                </a:cubicBezTo>
                <a:cubicBezTo>
                  <a:pt x="193673" y="91650"/>
                  <a:pt x="193647" y="90346"/>
                  <a:pt x="193594" y="89040"/>
                </a:cubicBezTo>
                <a:cubicBezTo>
                  <a:pt x="193541" y="87734"/>
                  <a:pt x="193462" y="86431"/>
                  <a:pt x="193356" y="85129"/>
                </a:cubicBezTo>
                <a:cubicBezTo>
                  <a:pt x="193251" y="83826"/>
                  <a:pt x="193119" y="82528"/>
                  <a:pt x="192959" y="81230"/>
                </a:cubicBezTo>
                <a:cubicBezTo>
                  <a:pt x="192800" y="79934"/>
                  <a:pt x="192616" y="78641"/>
                  <a:pt x="192405" y="77351"/>
                </a:cubicBezTo>
                <a:cubicBezTo>
                  <a:pt x="192194" y="76062"/>
                  <a:pt x="191958" y="74777"/>
                  <a:pt x="191695" y="73497"/>
                </a:cubicBezTo>
                <a:cubicBezTo>
                  <a:pt x="191433" y="72218"/>
                  <a:pt x="191143" y="70945"/>
                  <a:pt x="190829" y="69676"/>
                </a:cubicBezTo>
                <a:cubicBezTo>
                  <a:pt x="190515" y="68408"/>
                  <a:pt x="190175" y="67147"/>
                  <a:pt x="189810" y="65893"/>
                </a:cubicBezTo>
                <a:cubicBezTo>
                  <a:pt x="189444" y="64639"/>
                  <a:pt x="189053" y="63392"/>
                  <a:pt x="188636" y="62154"/>
                </a:cubicBezTo>
                <a:cubicBezTo>
                  <a:pt x="188220" y="60915"/>
                  <a:pt x="187779" y="59685"/>
                  <a:pt x="187314" y="58465"/>
                </a:cubicBezTo>
                <a:cubicBezTo>
                  <a:pt x="186848" y="57245"/>
                  <a:pt x="186357" y="56035"/>
                  <a:pt x="185842" y="54833"/>
                </a:cubicBezTo>
                <a:cubicBezTo>
                  <a:pt x="185328" y="53633"/>
                  <a:pt x="184788" y="52443"/>
                  <a:pt x="184225" y="51265"/>
                </a:cubicBezTo>
                <a:cubicBezTo>
                  <a:pt x="183661" y="50086"/>
                  <a:pt x="183075" y="48918"/>
                  <a:pt x="182465" y="47764"/>
                </a:cubicBezTo>
                <a:cubicBezTo>
                  <a:pt x="181854" y="46609"/>
                  <a:pt x="181220" y="45466"/>
                  <a:pt x="180563" y="44337"/>
                </a:cubicBezTo>
                <a:cubicBezTo>
                  <a:pt x="179908" y="43208"/>
                  <a:pt x="179228" y="42092"/>
                  <a:pt x="178526" y="40991"/>
                </a:cubicBezTo>
                <a:cubicBezTo>
                  <a:pt x="177824" y="39888"/>
                  <a:pt x="177099" y="38801"/>
                  <a:pt x="176354" y="37728"/>
                </a:cubicBezTo>
                <a:cubicBezTo>
                  <a:pt x="175608" y="36656"/>
                  <a:pt x="174840" y="35599"/>
                  <a:pt x="174051" y="34557"/>
                </a:cubicBezTo>
                <a:cubicBezTo>
                  <a:pt x="173263" y="33517"/>
                  <a:pt x="172453" y="32491"/>
                  <a:pt x="171622" y="31483"/>
                </a:cubicBezTo>
                <a:cubicBezTo>
                  <a:pt x="170793" y="30474"/>
                  <a:pt x="169943" y="29483"/>
                  <a:pt x="169072" y="28509"/>
                </a:cubicBezTo>
                <a:cubicBezTo>
                  <a:pt x="168200" y="27535"/>
                  <a:pt x="167311" y="26578"/>
                  <a:pt x="166402" y="25641"/>
                </a:cubicBezTo>
                <a:cubicBezTo>
                  <a:pt x="165492" y="24702"/>
                  <a:pt x="164564" y="23783"/>
                  <a:pt x="163617" y="22882"/>
                </a:cubicBezTo>
                <a:cubicBezTo>
                  <a:pt x="162672" y="21982"/>
                  <a:pt x="161707" y="21101"/>
                  <a:pt x="160725" y="20240"/>
                </a:cubicBezTo>
                <a:cubicBezTo>
                  <a:pt x="159743" y="19378"/>
                  <a:pt x="158743" y="18538"/>
                  <a:pt x="157727" y="17716"/>
                </a:cubicBezTo>
                <a:cubicBezTo>
                  <a:pt x="156711" y="16895"/>
                  <a:pt x="155678" y="16096"/>
                  <a:pt x="154629" y="15317"/>
                </a:cubicBezTo>
                <a:cubicBezTo>
                  <a:pt x="153581" y="14538"/>
                  <a:pt x="152517" y="13781"/>
                  <a:pt x="151437" y="13045"/>
                </a:cubicBezTo>
                <a:cubicBezTo>
                  <a:pt x="150358" y="12309"/>
                  <a:pt x="149264" y="11594"/>
                  <a:pt x="148155" y="10903"/>
                </a:cubicBezTo>
                <a:cubicBezTo>
                  <a:pt x="147047" y="10211"/>
                  <a:pt x="145925" y="9542"/>
                  <a:pt x="144789" y="8897"/>
                </a:cubicBezTo>
                <a:cubicBezTo>
                  <a:pt x="143654" y="8251"/>
                  <a:pt x="142506" y="7628"/>
                  <a:pt x="141345" y="7027"/>
                </a:cubicBezTo>
                <a:cubicBezTo>
                  <a:pt x="140185" y="6428"/>
                  <a:pt x="139012" y="5851"/>
                  <a:pt x="137828" y="5301"/>
                </a:cubicBezTo>
                <a:cubicBezTo>
                  <a:pt x="136644" y="4748"/>
                  <a:pt x="135450" y="4220"/>
                  <a:pt x="134244" y="3716"/>
                </a:cubicBezTo>
                <a:cubicBezTo>
                  <a:pt x="133039" y="3212"/>
                  <a:pt x="131823" y="2734"/>
                  <a:pt x="130599" y="2280"/>
                </a:cubicBezTo>
                <a:cubicBezTo>
                  <a:pt x="129374" y="1824"/>
                  <a:pt x="128140" y="1396"/>
                  <a:pt x="126898" y="991"/>
                </a:cubicBezTo>
                <a:cubicBezTo>
                  <a:pt x="125656" y="586"/>
                  <a:pt x="124406" y="207"/>
                  <a:pt x="123148" y="-147"/>
                </a:cubicBezTo>
                <a:lnTo>
                  <a:pt x="123148" y="186062"/>
                </a:lnTo>
                <a:close/>
              </a:path>
            </a:pathLst>
          </a:custGeom>
          <a:solidFill>
            <a:schemeClr val="accent1"/>
          </a:solidFill>
          <a:ln w="16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任意多边形: 形状 12"/>
          <p:cNvSpPr/>
          <p:nvPr>
            <p:custDataLst>
              <p:tags r:id="rId8"/>
            </p:custDataLst>
          </p:nvPr>
        </p:nvSpPr>
        <p:spPr>
          <a:xfrm>
            <a:off x="537845" y="53467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2"/>
                  <a:pt x="4233" y="17445"/>
                </a:cubicBezTo>
                <a:cubicBezTo>
                  <a:pt x="3713" y="17097"/>
                  <a:pt x="3232" y="16702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2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4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4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2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2"/>
                  <a:pt x="167737" y="17097"/>
                  <a:pt x="167217" y="17445"/>
                </a:cubicBezTo>
                <a:cubicBezTo>
                  <a:pt x="166697" y="17792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2"/>
                  <a:pt x="167737" y="17097"/>
                  <a:pt x="167217" y="17445"/>
                </a:cubicBezTo>
                <a:cubicBezTo>
                  <a:pt x="166697" y="17792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2"/>
                  <a:pt x="156633" y="17445"/>
                </a:cubicBezTo>
                <a:cubicBezTo>
                  <a:pt x="156114" y="17097"/>
                  <a:pt x="155633" y="16702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2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4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4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2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2"/>
                  <a:pt x="15337" y="17097"/>
                  <a:pt x="14817" y="17445"/>
                </a:cubicBezTo>
                <a:cubicBezTo>
                  <a:pt x="14297" y="17792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2"/>
                  <a:pt x="4233" y="17445"/>
                </a:cubicBezTo>
                <a:cubicBezTo>
                  <a:pt x="3713" y="17097"/>
                  <a:pt x="3232" y="16702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2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4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4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2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任意多边形: 形状 13"/>
          <p:cNvSpPr/>
          <p:nvPr>
            <p:custDataLst>
              <p:tags r:id="rId9"/>
            </p:custDataLst>
          </p:nvPr>
        </p:nvSpPr>
        <p:spPr>
          <a:xfrm>
            <a:off x="537845" y="59182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3"/>
                  <a:pt x="156633" y="17445"/>
                </a:cubicBezTo>
                <a:cubicBezTo>
                  <a:pt x="156114" y="17097"/>
                  <a:pt x="155633" y="16703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3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5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3"/>
                  <a:pt x="15337" y="17097"/>
                  <a:pt x="14817" y="17445"/>
                </a:cubicBezTo>
                <a:cubicBezTo>
                  <a:pt x="14297" y="17793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5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3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任意多边形: 形状 14"/>
          <p:cNvSpPr/>
          <p:nvPr>
            <p:custDataLst>
              <p:tags r:id="rId10"/>
            </p:custDataLst>
          </p:nvPr>
        </p:nvSpPr>
        <p:spPr>
          <a:xfrm>
            <a:off x="537845" y="648970"/>
            <a:ext cx="171450" cy="19050"/>
          </a:xfrm>
          <a:custGeom>
            <a:avLst/>
            <a:gdLst>
              <a:gd name="connsiteX0" fmla="*/ 161925 w 171450"/>
              <a:gd name="connsiteY0" fmla="*/ 19050 h 19050"/>
              <a:gd name="connsiteX1" fmla="*/ 9525 w 171450"/>
              <a:gd name="connsiteY1" fmla="*/ 19050 h 19050"/>
              <a:gd name="connsiteX2" fmla="*/ 7667 w 171450"/>
              <a:gd name="connsiteY2" fmla="*/ 18867 h 19050"/>
              <a:gd name="connsiteX3" fmla="*/ 5880 w 171450"/>
              <a:gd name="connsiteY3" fmla="*/ 18325 h 19050"/>
              <a:gd name="connsiteX4" fmla="*/ 4233 w 171450"/>
              <a:gd name="connsiteY4" fmla="*/ 17445 h 19050"/>
              <a:gd name="connsiteX5" fmla="*/ 2790 w 171450"/>
              <a:gd name="connsiteY5" fmla="*/ 16260 h 19050"/>
              <a:gd name="connsiteX6" fmla="*/ 1605 w 171450"/>
              <a:gd name="connsiteY6" fmla="*/ 14817 h 19050"/>
              <a:gd name="connsiteX7" fmla="*/ 725 w 171450"/>
              <a:gd name="connsiteY7" fmla="*/ 13170 h 19050"/>
              <a:gd name="connsiteX8" fmla="*/ 183 w 171450"/>
              <a:gd name="connsiteY8" fmla="*/ 11383 h 19050"/>
              <a:gd name="connsiteX9" fmla="*/ 0 w 171450"/>
              <a:gd name="connsiteY9" fmla="*/ 9525 h 19050"/>
              <a:gd name="connsiteX10" fmla="*/ 183 w 171450"/>
              <a:gd name="connsiteY10" fmla="*/ 7667 h 19050"/>
              <a:gd name="connsiteX11" fmla="*/ 725 w 171450"/>
              <a:gd name="connsiteY11" fmla="*/ 5880 h 19050"/>
              <a:gd name="connsiteX12" fmla="*/ 1605 w 171450"/>
              <a:gd name="connsiteY12" fmla="*/ 4233 h 19050"/>
              <a:gd name="connsiteX13" fmla="*/ 2790 w 171450"/>
              <a:gd name="connsiteY13" fmla="*/ 2790 h 19050"/>
              <a:gd name="connsiteX14" fmla="*/ 4233 w 171450"/>
              <a:gd name="connsiteY14" fmla="*/ 1605 h 19050"/>
              <a:gd name="connsiteX15" fmla="*/ 5880 w 171450"/>
              <a:gd name="connsiteY15" fmla="*/ 725 h 19050"/>
              <a:gd name="connsiteX16" fmla="*/ 7667 w 171450"/>
              <a:gd name="connsiteY16" fmla="*/ 183 h 19050"/>
              <a:gd name="connsiteX17" fmla="*/ 9525 w 171450"/>
              <a:gd name="connsiteY17" fmla="*/ 0 h 19050"/>
              <a:gd name="connsiteX18" fmla="*/ 161925 w 171450"/>
              <a:gd name="connsiteY18" fmla="*/ 0 h 19050"/>
              <a:gd name="connsiteX19" fmla="*/ 163784 w 171450"/>
              <a:gd name="connsiteY19" fmla="*/ 183 h 19050"/>
              <a:gd name="connsiteX20" fmla="*/ 165570 w 171450"/>
              <a:gd name="connsiteY20" fmla="*/ 725 h 19050"/>
              <a:gd name="connsiteX21" fmla="*/ 167217 w 171450"/>
              <a:gd name="connsiteY21" fmla="*/ 1605 h 19050"/>
              <a:gd name="connsiteX22" fmla="*/ 168660 w 171450"/>
              <a:gd name="connsiteY22" fmla="*/ 2790 h 19050"/>
              <a:gd name="connsiteX23" fmla="*/ 169845 w 171450"/>
              <a:gd name="connsiteY23" fmla="*/ 4233 h 19050"/>
              <a:gd name="connsiteX24" fmla="*/ 170725 w 171450"/>
              <a:gd name="connsiteY24" fmla="*/ 5880 h 19050"/>
              <a:gd name="connsiteX25" fmla="*/ 171267 w 171450"/>
              <a:gd name="connsiteY25" fmla="*/ 7667 h 19050"/>
              <a:gd name="connsiteX26" fmla="*/ 171450 w 171450"/>
              <a:gd name="connsiteY26" fmla="*/ 9525 h 19050"/>
              <a:gd name="connsiteX27" fmla="*/ 171267 w 171450"/>
              <a:gd name="connsiteY27" fmla="*/ 11383 h 19050"/>
              <a:gd name="connsiteX28" fmla="*/ 170725 w 171450"/>
              <a:gd name="connsiteY28" fmla="*/ 13170 h 19050"/>
              <a:gd name="connsiteX29" fmla="*/ 169845 w 171450"/>
              <a:gd name="connsiteY29" fmla="*/ 14817 h 19050"/>
              <a:gd name="connsiteX30" fmla="*/ 168660 w 171450"/>
              <a:gd name="connsiteY30" fmla="*/ 16260 h 19050"/>
              <a:gd name="connsiteX31" fmla="*/ 167217 w 171450"/>
              <a:gd name="connsiteY31" fmla="*/ 17445 h 19050"/>
              <a:gd name="connsiteX32" fmla="*/ 165570 w 171450"/>
              <a:gd name="connsiteY32" fmla="*/ 18325 h 19050"/>
              <a:gd name="connsiteX33" fmla="*/ 163784 w 171450"/>
              <a:gd name="connsiteY33" fmla="*/ 18867 h 19050"/>
              <a:gd name="connsiteX34" fmla="*/ 161925 w 171450"/>
              <a:gd name="connsiteY34" fmla="*/ 19050 h 19050"/>
              <a:gd name="connsiteX35" fmla="*/ 171450 w 171450"/>
              <a:gd name="connsiteY35" fmla="*/ 9525 h 19050"/>
              <a:gd name="connsiteX36" fmla="*/ 171267 w 171450"/>
              <a:gd name="connsiteY36" fmla="*/ 11383 h 19050"/>
              <a:gd name="connsiteX37" fmla="*/ 170725 w 171450"/>
              <a:gd name="connsiteY37" fmla="*/ 13170 h 19050"/>
              <a:gd name="connsiteX38" fmla="*/ 169845 w 171450"/>
              <a:gd name="connsiteY38" fmla="*/ 14817 h 19050"/>
              <a:gd name="connsiteX39" fmla="*/ 168660 w 171450"/>
              <a:gd name="connsiteY39" fmla="*/ 16260 h 19050"/>
              <a:gd name="connsiteX40" fmla="*/ 167217 w 171450"/>
              <a:gd name="connsiteY40" fmla="*/ 17445 h 19050"/>
              <a:gd name="connsiteX41" fmla="*/ 165570 w 171450"/>
              <a:gd name="connsiteY41" fmla="*/ 18325 h 19050"/>
              <a:gd name="connsiteX42" fmla="*/ 163784 w 171450"/>
              <a:gd name="connsiteY42" fmla="*/ 18867 h 19050"/>
              <a:gd name="connsiteX43" fmla="*/ 161925 w 171450"/>
              <a:gd name="connsiteY43" fmla="*/ 19050 h 19050"/>
              <a:gd name="connsiteX44" fmla="*/ 160067 w 171450"/>
              <a:gd name="connsiteY44" fmla="*/ 18867 h 19050"/>
              <a:gd name="connsiteX45" fmla="*/ 158280 w 171450"/>
              <a:gd name="connsiteY45" fmla="*/ 18325 h 19050"/>
              <a:gd name="connsiteX46" fmla="*/ 156633 w 171450"/>
              <a:gd name="connsiteY46" fmla="*/ 17445 h 19050"/>
              <a:gd name="connsiteX47" fmla="*/ 155190 w 171450"/>
              <a:gd name="connsiteY47" fmla="*/ 16260 h 19050"/>
              <a:gd name="connsiteX48" fmla="*/ 154005 w 171450"/>
              <a:gd name="connsiteY48" fmla="*/ 14817 h 19050"/>
              <a:gd name="connsiteX49" fmla="*/ 153125 w 171450"/>
              <a:gd name="connsiteY49" fmla="*/ 13170 h 19050"/>
              <a:gd name="connsiteX50" fmla="*/ 152583 w 171450"/>
              <a:gd name="connsiteY50" fmla="*/ 11383 h 19050"/>
              <a:gd name="connsiteX51" fmla="*/ 152400 w 171450"/>
              <a:gd name="connsiteY51" fmla="*/ 9525 h 19050"/>
              <a:gd name="connsiteX52" fmla="*/ 152583 w 171450"/>
              <a:gd name="connsiteY52" fmla="*/ 7667 h 19050"/>
              <a:gd name="connsiteX53" fmla="*/ 153125 w 171450"/>
              <a:gd name="connsiteY53" fmla="*/ 5880 h 19050"/>
              <a:gd name="connsiteX54" fmla="*/ 154005 w 171450"/>
              <a:gd name="connsiteY54" fmla="*/ 4233 h 19050"/>
              <a:gd name="connsiteX55" fmla="*/ 155190 w 171450"/>
              <a:gd name="connsiteY55" fmla="*/ 2790 h 19050"/>
              <a:gd name="connsiteX56" fmla="*/ 156633 w 171450"/>
              <a:gd name="connsiteY56" fmla="*/ 1605 h 19050"/>
              <a:gd name="connsiteX57" fmla="*/ 158280 w 171450"/>
              <a:gd name="connsiteY57" fmla="*/ 725 h 19050"/>
              <a:gd name="connsiteX58" fmla="*/ 160067 w 171450"/>
              <a:gd name="connsiteY58" fmla="*/ 183 h 19050"/>
              <a:gd name="connsiteX59" fmla="*/ 161925 w 171450"/>
              <a:gd name="connsiteY59" fmla="*/ 0 h 19050"/>
              <a:gd name="connsiteX60" fmla="*/ 163784 w 171450"/>
              <a:gd name="connsiteY60" fmla="*/ 183 h 19050"/>
              <a:gd name="connsiteX61" fmla="*/ 165570 w 171450"/>
              <a:gd name="connsiteY61" fmla="*/ 725 h 19050"/>
              <a:gd name="connsiteX62" fmla="*/ 167217 w 171450"/>
              <a:gd name="connsiteY62" fmla="*/ 1605 h 19050"/>
              <a:gd name="connsiteX63" fmla="*/ 168660 w 171450"/>
              <a:gd name="connsiteY63" fmla="*/ 2790 h 19050"/>
              <a:gd name="connsiteX64" fmla="*/ 169845 w 171450"/>
              <a:gd name="connsiteY64" fmla="*/ 4233 h 19050"/>
              <a:gd name="connsiteX65" fmla="*/ 170725 w 171450"/>
              <a:gd name="connsiteY65" fmla="*/ 5880 h 19050"/>
              <a:gd name="connsiteX66" fmla="*/ 171267 w 171450"/>
              <a:gd name="connsiteY66" fmla="*/ 7667 h 19050"/>
              <a:gd name="connsiteX67" fmla="*/ 171450 w 171450"/>
              <a:gd name="connsiteY67" fmla="*/ 9525 h 19050"/>
              <a:gd name="connsiteX68" fmla="*/ 19050 w 171450"/>
              <a:gd name="connsiteY68" fmla="*/ 9525 h 19050"/>
              <a:gd name="connsiteX69" fmla="*/ 18867 w 171450"/>
              <a:gd name="connsiteY69" fmla="*/ 11383 h 19050"/>
              <a:gd name="connsiteX70" fmla="*/ 18325 w 171450"/>
              <a:gd name="connsiteY70" fmla="*/ 13170 h 19050"/>
              <a:gd name="connsiteX71" fmla="*/ 17445 w 171450"/>
              <a:gd name="connsiteY71" fmla="*/ 14817 h 19050"/>
              <a:gd name="connsiteX72" fmla="*/ 16260 w 171450"/>
              <a:gd name="connsiteY72" fmla="*/ 16260 h 19050"/>
              <a:gd name="connsiteX73" fmla="*/ 14817 w 171450"/>
              <a:gd name="connsiteY73" fmla="*/ 17445 h 19050"/>
              <a:gd name="connsiteX74" fmla="*/ 13170 w 171450"/>
              <a:gd name="connsiteY74" fmla="*/ 18325 h 19050"/>
              <a:gd name="connsiteX75" fmla="*/ 11383 w 171450"/>
              <a:gd name="connsiteY75" fmla="*/ 18867 h 19050"/>
              <a:gd name="connsiteX76" fmla="*/ 9525 w 171450"/>
              <a:gd name="connsiteY76" fmla="*/ 19050 h 19050"/>
              <a:gd name="connsiteX77" fmla="*/ 7667 w 171450"/>
              <a:gd name="connsiteY77" fmla="*/ 18867 h 19050"/>
              <a:gd name="connsiteX78" fmla="*/ 5880 w 171450"/>
              <a:gd name="connsiteY78" fmla="*/ 18325 h 19050"/>
              <a:gd name="connsiteX79" fmla="*/ 4233 w 171450"/>
              <a:gd name="connsiteY79" fmla="*/ 17445 h 19050"/>
              <a:gd name="connsiteX80" fmla="*/ 2790 w 171450"/>
              <a:gd name="connsiteY80" fmla="*/ 16260 h 19050"/>
              <a:gd name="connsiteX81" fmla="*/ 1605 w 171450"/>
              <a:gd name="connsiteY81" fmla="*/ 14817 h 19050"/>
              <a:gd name="connsiteX82" fmla="*/ 725 w 171450"/>
              <a:gd name="connsiteY82" fmla="*/ 13170 h 19050"/>
              <a:gd name="connsiteX83" fmla="*/ 183 w 171450"/>
              <a:gd name="connsiteY83" fmla="*/ 11383 h 19050"/>
              <a:gd name="connsiteX84" fmla="*/ 0 w 171450"/>
              <a:gd name="connsiteY84" fmla="*/ 9525 h 19050"/>
              <a:gd name="connsiteX85" fmla="*/ 183 w 171450"/>
              <a:gd name="connsiteY85" fmla="*/ 7667 h 19050"/>
              <a:gd name="connsiteX86" fmla="*/ 725 w 171450"/>
              <a:gd name="connsiteY86" fmla="*/ 5880 h 19050"/>
              <a:gd name="connsiteX87" fmla="*/ 1605 w 171450"/>
              <a:gd name="connsiteY87" fmla="*/ 4233 h 19050"/>
              <a:gd name="connsiteX88" fmla="*/ 2790 w 171450"/>
              <a:gd name="connsiteY88" fmla="*/ 2790 h 19050"/>
              <a:gd name="connsiteX89" fmla="*/ 4233 w 171450"/>
              <a:gd name="connsiteY89" fmla="*/ 1605 h 19050"/>
              <a:gd name="connsiteX90" fmla="*/ 5880 w 171450"/>
              <a:gd name="connsiteY90" fmla="*/ 725 h 19050"/>
              <a:gd name="connsiteX91" fmla="*/ 7667 w 171450"/>
              <a:gd name="connsiteY91" fmla="*/ 183 h 19050"/>
              <a:gd name="connsiteX92" fmla="*/ 9525 w 171450"/>
              <a:gd name="connsiteY92" fmla="*/ 0 h 19050"/>
              <a:gd name="connsiteX93" fmla="*/ 11383 w 171450"/>
              <a:gd name="connsiteY93" fmla="*/ 183 h 19050"/>
              <a:gd name="connsiteX94" fmla="*/ 13170 w 171450"/>
              <a:gd name="connsiteY94" fmla="*/ 725 h 19050"/>
              <a:gd name="connsiteX95" fmla="*/ 14817 w 171450"/>
              <a:gd name="connsiteY95" fmla="*/ 1605 h 19050"/>
              <a:gd name="connsiteX96" fmla="*/ 16260 w 171450"/>
              <a:gd name="connsiteY96" fmla="*/ 2790 h 19050"/>
              <a:gd name="connsiteX97" fmla="*/ 17445 w 171450"/>
              <a:gd name="connsiteY97" fmla="*/ 4233 h 19050"/>
              <a:gd name="connsiteX98" fmla="*/ 18325 w 171450"/>
              <a:gd name="connsiteY98" fmla="*/ 5880 h 19050"/>
              <a:gd name="connsiteX99" fmla="*/ 18867 w 171450"/>
              <a:gd name="connsiteY99" fmla="*/ 7667 h 19050"/>
              <a:gd name="connsiteX100" fmla="*/ 19050 w 171450"/>
              <a:gd name="connsiteY100" fmla="*/ 9525 h 19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171450" h="19050">
                <a:moveTo>
                  <a:pt x="161925" y="19050"/>
                </a:moveTo>
                <a:lnTo>
                  <a:pt x="9525" y="19050"/>
                </a:ln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lnTo>
                  <a:pt x="161925" y="0"/>
                </a:ln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lose/>
                <a:moveTo>
                  <a:pt x="171450" y="9525"/>
                </a:moveTo>
                <a:cubicBezTo>
                  <a:pt x="171450" y="10151"/>
                  <a:pt x="171389" y="10770"/>
                  <a:pt x="171267" y="11383"/>
                </a:cubicBezTo>
                <a:cubicBezTo>
                  <a:pt x="171145" y="11997"/>
                  <a:pt x="170964" y="12592"/>
                  <a:pt x="170725" y="13170"/>
                </a:cubicBezTo>
                <a:cubicBezTo>
                  <a:pt x="170486" y="13748"/>
                  <a:pt x="170193" y="14297"/>
                  <a:pt x="169845" y="14817"/>
                </a:cubicBezTo>
                <a:cubicBezTo>
                  <a:pt x="169498" y="15337"/>
                  <a:pt x="169103" y="15818"/>
                  <a:pt x="168660" y="16260"/>
                </a:cubicBezTo>
                <a:cubicBezTo>
                  <a:pt x="168218" y="16703"/>
                  <a:pt x="167737" y="17097"/>
                  <a:pt x="167217" y="17445"/>
                </a:cubicBezTo>
                <a:cubicBezTo>
                  <a:pt x="166697" y="17793"/>
                  <a:pt x="166149" y="18086"/>
                  <a:pt x="165570" y="18325"/>
                </a:cubicBezTo>
                <a:cubicBezTo>
                  <a:pt x="164992" y="18564"/>
                  <a:pt x="164397" y="18745"/>
                  <a:pt x="163784" y="18867"/>
                </a:cubicBezTo>
                <a:cubicBezTo>
                  <a:pt x="163170" y="18989"/>
                  <a:pt x="162551" y="19050"/>
                  <a:pt x="161925" y="19050"/>
                </a:cubicBezTo>
                <a:cubicBezTo>
                  <a:pt x="161299" y="19050"/>
                  <a:pt x="160680" y="18989"/>
                  <a:pt x="160067" y="18867"/>
                </a:cubicBezTo>
                <a:cubicBezTo>
                  <a:pt x="159453" y="18745"/>
                  <a:pt x="158858" y="18564"/>
                  <a:pt x="158280" y="18325"/>
                </a:cubicBezTo>
                <a:cubicBezTo>
                  <a:pt x="157702" y="18086"/>
                  <a:pt x="157153" y="17793"/>
                  <a:pt x="156633" y="17445"/>
                </a:cubicBezTo>
                <a:cubicBezTo>
                  <a:pt x="156114" y="17097"/>
                  <a:pt x="155633" y="16703"/>
                  <a:pt x="155190" y="16260"/>
                </a:cubicBezTo>
                <a:cubicBezTo>
                  <a:pt x="154748" y="15818"/>
                  <a:pt x="154353" y="15337"/>
                  <a:pt x="154005" y="14817"/>
                </a:cubicBezTo>
                <a:cubicBezTo>
                  <a:pt x="153657" y="14297"/>
                  <a:pt x="153364" y="13748"/>
                  <a:pt x="153125" y="13170"/>
                </a:cubicBezTo>
                <a:cubicBezTo>
                  <a:pt x="152886" y="12592"/>
                  <a:pt x="152705" y="11997"/>
                  <a:pt x="152583" y="11383"/>
                </a:cubicBezTo>
                <a:cubicBezTo>
                  <a:pt x="152461" y="10770"/>
                  <a:pt x="152400" y="10151"/>
                  <a:pt x="152400" y="9525"/>
                </a:cubicBezTo>
                <a:cubicBezTo>
                  <a:pt x="152400" y="8900"/>
                  <a:pt x="152461" y="8280"/>
                  <a:pt x="152583" y="7667"/>
                </a:cubicBezTo>
                <a:cubicBezTo>
                  <a:pt x="152705" y="7053"/>
                  <a:pt x="152886" y="6458"/>
                  <a:pt x="153125" y="5880"/>
                </a:cubicBezTo>
                <a:cubicBezTo>
                  <a:pt x="153364" y="5303"/>
                  <a:pt x="153657" y="4753"/>
                  <a:pt x="154005" y="4233"/>
                </a:cubicBezTo>
                <a:cubicBezTo>
                  <a:pt x="154353" y="3713"/>
                  <a:pt x="154748" y="3232"/>
                  <a:pt x="155190" y="2790"/>
                </a:cubicBezTo>
                <a:cubicBezTo>
                  <a:pt x="155633" y="2348"/>
                  <a:pt x="156113" y="1953"/>
                  <a:pt x="156633" y="1605"/>
                </a:cubicBezTo>
                <a:cubicBezTo>
                  <a:pt x="157153" y="1258"/>
                  <a:pt x="157702" y="965"/>
                  <a:pt x="158280" y="725"/>
                </a:cubicBezTo>
                <a:cubicBezTo>
                  <a:pt x="158858" y="486"/>
                  <a:pt x="159453" y="305"/>
                  <a:pt x="160067" y="183"/>
                </a:cubicBezTo>
                <a:cubicBezTo>
                  <a:pt x="160680" y="61"/>
                  <a:pt x="161299" y="0"/>
                  <a:pt x="161925" y="0"/>
                </a:cubicBezTo>
                <a:cubicBezTo>
                  <a:pt x="162551" y="0"/>
                  <a:pt x="163170" y="61"/>
                  <a:pt x="163784" y="183"/>
                </a:cubicBezTo>
                <a:cubicBezTo>
                  <a:pt x="164397" y="305"/>
                  <a:pt x="164992" y="486"/>
                  <a:pt x="165570" y="725"/>
                </a:cubicBezTo>
                <a:cubicBezTo>
                  <a:pt x="166149" y="965"/>
                  <a:pt x="166697" y="1258"/>
                  <a:pt x="167217" y="1605"/>
                </a:cubicBezTo>
                <a:cubicBezTo>
                  <a:pt x="167737" y="1953"/>
                  <a:pt x="168218" y="2348"/>
                  <a:pt x="168660" y="2790"/>
                </a:cubicBezTo>
                <a:cubicBezTo>
                  <a:pt x="169103" y="3232"/>
                  <a:pt x="169498" y="3713"/>
                  <a:pt x="169845" y="4233"/>
                </a:cubicBezTo>
                <a:cubicBezTo>
                  <a:pt x="170192" y="4753"/>
                  <a:pt x="170486" y="5303"/>
                  <a:pt x="170725" y="5880"/>
                </a:cubicBezTo>
                <a:cubicBezTo>
                  <a:pt x="170964" y="6458"/>
                  <a:pt x="171145" y="7053"/>
                  <a:pt x="171267" y="7667"/>
                </a:cubicBezTo>
                <a:cubicBezTo>
                  <a:pt x="171389" y="8280"/>
                  <a:pt x="171450" y="8900"/>
                  <a:pt x="171450" y="9525"/>
                </a:cubicBezTo>
                <a:close/>
                <a:moveTo>
                  <a:pt x="19050" y="9525"/>
                </a:moveTo>
                <a:cubicBezTo>
                  <a:pt x="19050" y="10151"/>
                  <a:pt x="18989" y="10770"/>
                  <a:pt x="18867" y="11383"/>
                </a:cubicBezTo>
                <a:cubicBezTo>
                  <a:pt x="18745" y="11997"/>
                  <a:pt x="18564" y="12592"/>
                  <a:pt x="18325" y="13170"/>
                </a:cubicBezTo>
                <a:cubicBezTo>
                  <a:pt x="18086" y="13748"/>
                  <a:pt x="17792" y="14297"/>
                  <a:pt x="17445" y="14817"/>
                </a:cubicBezTo>
                <a:cubicBezTo>
                  <a:pt x="17097" y="15337"/>
                  <a:pt x="16702" y="15818"/>
                  <a:pt x="16260" y="16260"/>
                </a:cubicBezTo>
                <a:cubicBezTo>
                  <a:pt x="15818" y="16703"/>
                  <a:pt x="15337" y="17097"/>
                  <a:pt x="14817" y="17445"/>
                </a:cubicBezTo>
                <a:cubicBezTo>
                  <a:pt x="14297" y="17793"/>
                  <a:pt x="13748" y="18086"/>
                  <a:pt x="13170" y="18325"/>
                </a:cubicBezTo>
                <a:cubicBezTo>
                  <a:pt x="12592" y="18564"/>
                  <a:pt x="11997" y="18745"/>
                  <a:pt x="11383" y="18867"/>
                </a:cubicBezTo>
                <a:cubicBezTo>
                  <a:pt x="10770" y="18989"/>
                  <a:pt x="10150" y="19050"/>
                  <a:pt x="9525" y="19050"/>
                </a:cubicBezTo>
                <a:cubicBezTo>
                  <a:pt x="8900" y="19050"/>
                  <a:pt x="8280" y="18989"/>
                  <a:pt x="7667" y="18867"/>
                </a:cubicBezTo>
                <a:cubicBezTo>
                  <a:pt x="7053" y="18745"/>
                  <a:pt x="6458" y="18564"/>
                  <a:pt x="5880" y="18325"/>
                </a:cubicBezTo>
                <a:cubicBezTo>
                  <a:pt x="5302" y="18086"/>
                  <a:pt x="4753" y="17793"/>
                  <a:pt x="4233" y="17445"/>
                </a:cubicBezTo>
                <a:cubicBezTo>
                  <a:pt x="3713" y="17097"/>
                  <a:pt x="3232" y="16703"/>
                  <a:pt x="2790" y="16260"/>
                </a:cubicBezTo>
                <a:cubicBezTo>
                  <a:pt x="2348" y="15818"/>
                  <a:pt x="1953" y="15337"/>
                  <a:pt x="1605" y="14817"/>
                </a:cubicBezTo>
                <a:cubicBezTo>
                  <a:pt x="1258" y="14297"/>
                  <a:pt x="964" y="13748"/>
                  <a:pt x="725" y="13170"/>
                </a:cubicBezTo>
                <a:cubicBezTo>
                  <a:pt x="486" y="12592"/>
                  <a:pt x="305" y="11997"/>
                  <a:pt x="183" y="11383"/>
                </a:cubicBezTo>
                <a:cubicBezTo>
                  <a:pt x="61" y="10770"/>
                  <a:pt x="0" y="10151"/>
                  <a:pt x="0" y="9525"/>
                </a:cubicBezTo>
                <a:cubicBezTo>
                  <a:pt x="0" y="8900"/>
                  <a:pt x="61" y="8280"/>
                  <a:pt x="183" y="7667"/>
                </a:cubicBezTo>
                <a:cubicBezTo>
                  <a:pt x="305" y="7053"/>
                  <a:pt x="486" y="6458"/>
                  <a:pt x="725" y="5880"/>
                </a:cubicBezTo>
                <a:cubicBezTo>
                  <a:pt x="964" y="5303"/>
                  <a:pt x="1258" y="4753"/>
                  <a:pt x="1605" y="4233"/>
                </a:cubicBezTo>
                <a:cubicBezTo>
                  <a:pt x="1953" y="3713"/>
                  <a:pt x="2348" y="3232"/>
                  <a:pt x="2790" y="2790"/>
                </a:cubicBezTo>
                <a:cubicBezTo>
                  <a:pt x="3232" y="2348"/>
                  <a:pt x="3713" y="1953"/>
                  <a:pt x="4233" y="1605"/>
                </a:cubicBezTo>
                <a:cubicBezTo>
                  <a:pt x="4753" y="1258"/>
                  <a:pt x="5302" y="965"/>
                  <a:pt x="5880" y="725"/>
                </a:cubicBezTo>
                <a:cubicBezTo>
                  <a:pt x="6458" y="486"/>
                  <a:pt x="7053" y="305"/>
                  <a:pt x="7667" y="183"/>
                </a:cubicBezTo>
                <a:cubicBezTo>
                  <a:pt x="8280" y="61"/>
                  <a:pt x="8900" y="0"/>
                  <a:pt x="9525" y="0"/>
                </a:cubicBezTo>
                <a:cubicBezTo>
                  <a:pt x="10150" y="0"/>
                  <a:pt x="10770" y="61"/>
                  <a:pt x="11383" y="183"/>
                </a:cubicBezTo>
                <a:cubicBezTo>
                  <a:pt x="11997" y="305"/>
                  <a:pt x="12592" y="486"/>
                  <a:pt x="13170" y="725"/>
                </a:cubicBezTo>
                <a:cubicBezTo>
                  <a:pt x="13748" y="965"/>
                  <a:pt x="14297" y="1258"/>
                  <a:pt x="14817" y="1605"/>
                </a:cubicBezTo>
                <a:cubicBezTo>
                  <a:pt x="15337" y="1953"/>
                  <a:pt x="15818" y="2348"/>
                  <a:pt x="16260" y="2790"/>
                </a:cubicBezTo>
                <a:cubicBezTo>
                  <a:pt x="16702" y="3232"/>
                  <a:pt x="17097" y="3713"/>
                  <a:pt x="17445" y="4233"/>
                </a:cubicBezTo>
                <a:cubicBezTo>
                  <a:pt x="17792" y="4753"/>
                  <a:pt x="18086" y="5303"/>
                  <a:pt x="18325" y="5880"/>
                </a:cubicBezTo>
                <a:cubicBezTo>
                  <a:pt x="18564" y="6458"/>
                  <a:pt x="18745" y="7053"/>
                  <a:pt x="18867" y="7667"/>
                </a:cubicBezTo>
                <a:cubicBezTo>
                  <a:pt x="18989" y="8280"/>
                  <a:pt x="19050" y="8900"/>
                  <a:pt x="19050" y="9525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r>
              <a:rPr lang="en-US"/>
              <a:t>Date Area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/>
        <p:txBody>
          <a:bodyPr wrap="square" lIns="0" tIns="0" rIns="0" bIns="0">
            <a:normAutofit/>
          </a:bodyPr>
          <a:lstStyle>
            <a:lvl1pPr algn="l" fontAlgn="base"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8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tags" Target="../tags/tag7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卡通人物&#10;&#10;低可信度描述已自动生成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2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790"/>
            <a:ext cx="12192000" cy="6858000"/>
          </a:xfrm>
          <a:prstGeom prst="rect">
            <a:avLst/>
          </a:prstGeom>
        </p:spPr>
      </p:pic>
      <p:sp>
        <p:nvSpPr>
          <p:cNvPr id="10" name="矩形 9"/>
          <p:cNvSpPr/>
          <p:nvPr userDrawn="1">
            <p:custDataLst>
              <p:tags r:id="rId15"/>
            </p:custDataLst>
          </p:nvPr>
        </p:nvSpPr>
        <p:spPr>
          <a:xfrm>
            <a:off x="430998" y="592800"/>
            <a:ext cx="108000" cy="43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" name="KSO_TEMPLATE" hidden="1"/>
          <p:cNvSpPr/>
          <p:nvPr userDrawn="1">
            <p:custDataLst>
              <p:tags r:id="rId2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kumimoji="0" lang="en-US" sz="3200" b="1" i="0" u="none" strike="noStrike" kern="1200" cap="none" spc="0" normalizeH="0" baseline="0" dirty="0" smtClean="0">
          <a:ln>
            <a:noFill/>
            <a:prstDash val="sysDot"/>
          </a:ln>
          <a:solidFill>
            <a:srgbClr val="FFFFFF"/>
          </a:solidFill>
          <a:uFillTx/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0" normalizeH="0" baseline="0">
          <a:solidFill>
            <a:srgbClr val="FFFFFF"/>
          </a:solidFill>
          <a:uFillTx/>
          <a:latin typeface="Arial" panose="020B0604020202020204" pitchFamily="34" charset="0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rgbClr val="FFFFFF"/>
          </a:solidFill>
          <a:uFillTx/>
          <a:latin typeface="+mn-ea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rgbClr val="FFFFFF"/>
          </a:solidFill>
          <a:uFillTx/>
          <a:latin typeface="+mn-ea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rgbClr val="FFFFFF"/>
          </a:solidFill>
          <a:uFillTx/>
          <a:latin typeface="+mn-ea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rgbClr val="FFFFFF"/>
          </a:solidFill>
          <a:uFillTx/>
          <a:latin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93.xml"/><Relationship Id="rId7" Type="http://schemas.openxmlformats.org/officeDocument/2006/relationships/image" Target="../media/image4.jpe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9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97.xml"/><Relationship Id="rId2" Type="http://schemas.openxmlformats.org/officeDocument/2006/relationships/tags" Target="../tags/tag96.xml"/><Relationship Id="rId1" Type="http://schemas.openxmlformats.org/officeDocument/2006/relationships/tags" Target="../tags/tag95.xml"/><Relationship Id="rId4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103.xm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4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4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4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21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6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4" Type="http://schemas.openxmlformats.org/officeDocument/2006/relationships/tags" Target="../tags/tag1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5" Type="http://schemas.openxmlformats.org/officeDocument/2006/relationships/image" Target="../media/image6.png"/><Relationship Id="rId4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" Type="http://schemas.openxmlformats.org/officeDocument/2006/relationships/tags" Target="../tags/tag126.xml"/><Relationship Id="rId4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131.xml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5" Type="http://schemas.openxmlformats.org/officeDocument/2006/relationships/image" Target="../media/image7.png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4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137.xml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5" Type="http://schemas.openxmlformats.org/officeDocument/2006/relationships/image" Target="../media/image8.png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140.xml"/><Relationship Id="rId2" Type="http://schemas.openxmlformats.org/officeDocument/2006/relationships/tags" Target="../tags/tag139.xml"/><Relationship Id="rId1" Type="http://schemas.openxmlformats.org/officeDocument/2006/relationships/tags" Target="../tags/tag138.xml"/><Relationship Id="rId4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143.xml"/><Relationship Id="rId2" Type="http://schemas.openxmlformats.org/officeDocument/2006/relationships/tags" Target="../tags/tag142.xml"/><Relationship Id="rId1" Type="http://schemas.openxmlformats.org/officeDocument/2006/relationships/tags" Target="../tags/tag141.xml"/><Relationship Id="rId5" Type="http://schemas.openxmlformats.org/officeDocument/2006/relationships/image" Target="../media/image9.png"/><Relationship Id="rId4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" Type="http://schemas.openxmlformats.org/officeDocument/2006/relationships/tags" Target="../tags/tag144.xml"/><Relationship Id="rId4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149.xml"/><Relationship Id="rId2" Type="http://schemas.openxmlformats.org/officeDocument/2006/relationships/tags" Target="../tags/tag148.xml"/><Relationship Id="rId1" Type="http://schemas.openxmlformats.org/officeDocument/2006/relationships/tags" Target="../tags/tag147.xml"/><Relationship Id="rId5" Type="http://schemas.openxmlformats.org/officeDocument/2006/relationships/image" Target="../media/image10.png"/><Relationship Id="rId4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4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155.xml"/><Relationship Id="rId2" Type="http://schemas.openxmlformats.org/officeDocument/2006/relationships/tags" Target="../tags/tag154.xml"/><Relationship Id="rId1" Type="http://schemas.openxmlformats.org/officeDocument/2006/relationships/tags" Target="../tags/tag153.xml"/><Relationship Id="rId5" Type="http://schemas.openxmlformats.org/officeDocument/2006/relationships/image" Target="../media/image11.png"/><Relationship Id="rId4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158.xml"/><Relationship Id="rId2" Type="http://schemas.openxmlformats.org/officeDocument/2006/relationships/tags" Target="../tags/tag157.xml"/><Relationship Id="rId1" Type="http://schemas.openxmlformats.org/officeDocument/2006/relationships/tags" Target="../tags/tag156.xml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5" Type="http://schemas.openxmlformats.org/officeDocument/2006/relationships/image" Target="../media/image12.png"/><Relationship Id="rId4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tags" Target="../tags/tag162.xml"/><Relationship Id="rId4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167.xml"/><Relationship Id="rId2" Type="http://schemas.openxmlformats.org/officeDocument/2006/relationships/tags" Target="../tags/tag166.xml"/><Relationship Id="rId1" Type="http://schemas.openxmlformats.org/officeDocument/2006/relationships/tags" Target="../tags/tag165.xml"/><Relationship Id="rId4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4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5" Type="http://schemas.openxmlformats.org/officeDocument/2006/relationships/image" Target="../media/image14.png"/><Relationship Id="rId4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182.xml"/><Relationship Id="rId2" Type="http://schemas.openxmlformats.org/officeDocument/2006/relationships/tags" Target="../tags/tag181.xml"/><Relationship Id="rId1" Type="http://schemas.openxmlformats.org/officeDocument/2006/relationships/tags" Target="../tags/tag180.xml"/><Relationship Id="rId4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185.xml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5" Type="http://schemas.openxmlformats.org/officeDocument/2006/relationships/image" Target="../media/image15.png"/><Relationship Id="rId4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tags" Target="../tags/tag188.xml"/><Relationship Id="rId2" Type="http://schemas.openxmlformats.org/officeDocument/2006/relationships/tags" Target="../tags/tag187.xml"/><Relationship Id="rId1" Type="http://schemas.openxmlformats.org/officeDocument/2006/relationships/tags" Target="../tags/tag186.xml"/><Relationship Id="rId4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" Type="http://schemas.openxmlformats.org/officeDocument/2006/relationships/tags" Target="../tags/tag189.xml"/><Relationship Id="rId4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193.xml"/><Relationship Id="rId1" Type="http://schemas.openxmlformats.org/officeDocument/2006/relationships/tags" Target="../tags/tag1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IN" altLang="en-US">
                <a:latin typeface="Arial Rounded MT Bold" panose="020F0704030504030204" charset="0"/>
                <a:cs typeface="Arial Rounded MT Bold" panose="020F0704030504030204" charset="0"/>
              </a:rPr>
              <a:t>Name: K.Sathvika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  <p:custDataLst>
              <p:tags r:id="rId3"/>
            </p:custDataLst>
          </p:nvPr>
        </p:nvSpPr>
        <p:spPr>
          <a:xfrm>
            <a:off x="1177925" y="3220720"/>
            <a:ext cx="9367520" cy="1130300"/>
          </a:xfrm>
        </p:spPr>
        <p:txBody>
          <a:bodyPr/>
          <a:lstStyle/>
          <a:p>
            <a:r>
              <a:rPr lang="en-IN" altLang="en-US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charset="0"/>
                <a:cs typeface="Calibri" panose="020F0502020204030204" charset="0"/>
              </a:rPr>
              <a:t>A Complete End-to-End Analysis of Netflix Titles Using Python</a:t>
            </a:r>
          </a:p>
          <a:p>
            <a:pPr marL="342900" indent="-342900">
              <a:buFont typeface="Wingdings" panose="05000000000000000000" charset="0"/>
              <a:buChar char="ü"/>
            </a:pPr>
            <a:r>
              <a:rPr lang="en-IN" altLang="en-US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charset="0"/>
                <a:cs typeface="Calibri" panose="020F0502020204030204" charset="0"/>
              </a:rPr>
              <a:t>Domain: Data Analyst &amp; Data Scientist</a:t>
            </a:r>
          </a:p>
        </p:txBody>
      </p:sp>
      <p:sp>
        <p:nvSpPr>
          <p:cNvPr id="8" name="标题 7"/>
          <p:cNvSpPr>
            <a:spLocks noGrp="1"/>
          </p:cNvSpPr>
          <p:nvPr>
            <p:ph type="title" idx="9"/>
            <p:custDataLst>
              <p:tags r:id="rId4"/>
            </p:custDataLst>
          </p:nvPr>
        </p:nvSpPr>
        <p:spPr>
          <a:xfrm>
            <a:off x="1177925" y="715010"/>
            <a:ext cx="9223375" cy="2088515"/>
          </a:xfrm>
        </p:spPr>
        <p:txBody>
          <a:bodyPr>
            <a:normAutofit fontScale="90000"/>
          </a:bodyPr>
          <a:lstStyle/>
          <a:p>
            <a:br>
              <a:rPr lang="en-IN" altLang="en-US" dirty="0"/>
            </a:br>
            <a:br>
              <a:rPr lang="en-IN" altLang="en-US" sz="2000" dirty="0"/>
            </a:br>
            <a:br>
              <a:rPr lang="en-IN" altLang="en-US" dirty="0"/>
            </a:br>
            <a:r>
              <a:rPr lang="en-IN" altLang="en-US" sz="6000" dirty="0"/>
              <a:t>Netflix Data Analysis</a:t>
            </a:r>
          </a:p>
        </p:txBody>
      </p:sp>
      <p:pic>
        <p:nvPicPr>
          <p:cNvPr id="2" name="Picture 1" descr="Netflix logo"/>
          <p:cNvPicPr>
            <a:picLocks noChangeAspect="1"/>
          </p:cNvPicPr>
          <p:nvPr/>
        </p:nvPicPr>
        <p:blipFill>
          <a:blip r:embed="rId7">
            <a:clrChange>
              <a:clrFrom>
                <a:srgbClr val="101010">
                  <a:alpha val="100000"/>
                </a:srgbClr>
              </a:clrFrom>
              <a:clrTo>
                <a:srgbClr val="101010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07710" y="974090"/>
            <a:ext cx="8157210" cy="459168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301750"/>
            <a:ext cx="10800080" cy="51993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This project focuses on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analyzing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the Netflix Movies and TV Shows Dataset.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The main goal is to clean the dataset, explore content trends, and identify patterns such as:</a:t>
            </a:r>
          </a:p>
          <a:p>
            <a:pPr>
              <a:buSzPct val="8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Release trends</a:t>
            </a:r>
          </a:p>
          <a:p>
            <a:pPr>
              <a:buSzPct val="8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Ratings distribution</a:t>
            </a:r>
          </a:p>
          <a:p>
            <a:pPr>
              <a:buSzPct val="8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Duration variations</a:t>
            </a:r>
          </a:p>
          <a:p>
            <a:pPr>
              <a:buSzPct val="8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Genre combinations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This analysis helps to understand how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Netfliix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content evolved over time and what type dominates the platform.</a:t>
            </a: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475570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22300" y="1659890"/>
            <a:ext cx="10800080" cy="5410200"/>
          </a:xfrm>
        </p:spPr>
        <p:txBody>
          <a:bodyPr>
            <a:noAutofit/>
          </a:bodyPr>
          <a:lstStyle/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Clean and preprocess Netflix titles dataset</a:t>
            </a:r>
          </a:p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Identify total Movies vs TV Shows</a:t>
            </a:r>
          </a:p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Analyze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duration patterns and genre frequency</a:t>
            </a:r>
          </a:p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Study modern vs older content trends</a:t>
            </a:r>
          </a:p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Observe ratings distribution</a:t>
            </a:r>
          </a:p>
          <a:p>
            <a:pPr>
              <a:buSzPct val="70000"/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Create additional features such as: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  <a:sym typeface="+mn-ea"/>
              </a:rPr>
              <a:t>Number of genres, Number of genres, Number of genres</a:t>
            </a:r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  <a:p>
            <a:pPr marL="0" indent="0">
              <a:buNone/>
            </a:pPr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  <a:p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  <a:p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Number of genres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Content age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Duration number </a:t>
            </a: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622890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/>
              <a:t>Tools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423035" y="1659890"/>
            <a:ext cx="10073005" cy="469455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Python: Main analysis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Pandas: Data cleaning &amp; manipulation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Numpy: Numerical operations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Matplotlib:  Visualizations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Seaborn: Adavanced charts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YData Profiling: Automated data profiling</a:t>
            </a:r>
          </a:p>
          <a:p>
            <a:pPr marL="0" indent="0">
              <a:buNone/>
            </a:pPr>
            <a:endParaRPr lang="en-IN" altLang="en-US" sz="2400">
              <a:latin typeface="Calibri" panose="020F0502020204030204" charset="0"/>
              <a:cs typeface="Calibri" panose="020F050202020403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139020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991869"/>
            <a:ext cx="10800000" cy="48736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This dataset contains 8,790 Netflix titles, including both Movies &amp; TV Shows. It provides detailed information about each title such as release year, duration, ratings, genres, and country.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The dataset helps us understand: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What type of content Netflix offers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When titles were added to the platform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Which countries produce most titles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How content duration and ratings vary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Which genres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apper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most frequently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This data is used to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analyze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patterns and trends in Netflix content library over time.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128270"/>
            <a:ext cx="10800080" cy="710565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Key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994410"/>
            <a:ext cx="10800080" cy="5863590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show_id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: Unique ID for each Netflix title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type : Specifies whether it is a Movie or TV Show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title : Name of the content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director : Name of the film / show director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country : Production country / countries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date_added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: Date when the title was added to Netflix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release_year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: Original year of release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rating : Audience rating (TV-MA, TV-14, PG, R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ect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duration : Movie-minutes, TV Show-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no.of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seasons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listed_in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: Genres / categories of the title</a:t>
            </a:r>
          </a:p>
          <a:p>
            <a:pPr marL="0" indent="0">
              <a:buNone/>
            </a:pPr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38555" y="1417955"/>
            <a:ext cx="10073005" cy="48736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Removed duplicate rows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Handled missing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Converted date_added to datetime format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Extracted  year, month, and day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Dropped records with incomplete details</a:t>
            </a:r>
          </a:p>
          <a:p>
            <a:pPr marL="0" indent="0">
              <a:buNone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Dataset is now clean and ready for EDA</a:t>
            </a: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212680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 err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YData</a:t>
            </a:r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Profiling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080135"/>
            <a:ext cx="10800080" cy="50952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The profiling report helped validate the cleaned dataset and higlighted key characteristics: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No duplicate records found after cleaning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Missingnvalues handled in director, country, ect.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date_added converted correctly into standard datetime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Duration formats mixed (minutes vs seasons) - requires feature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Hight category diversity in title, cast, and genres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Balanced content types - Movies &amp; TV Shows both well represented</a:t>
            </a:r>
          </a:p>
          <a:p>
            <a:pPr marL="0" indent="0">
              <a:buNone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Overall, The dataset is now structured, consistent, and ready for visualization and deeper EDA.</a:t>
            </a: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360045"/>
            <a:ext cx="10800080" cy="1057275"/>
          </a:xfrm>
        </p:spPr>
        <p:txBody>
          <a:bodyPr>
            <a:normAutofit/>
          </a:bodyPr>
          <a:lstStyle/>
          <a:p>
            <a:pPr algn="ctr"/>
            <a:r>
              <a:rPr lang="en-IN" altLang="en-US" sz="4000" dirty="0"/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1765300"/>
            <a:ext cx="10800080" cy="441007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Performed summary statistics to understand distribution of variables.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Analyzed content types, genres, ratings, release years, ect.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Identified missing patterns, duplicates, and outliers.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Checked correlation and category - wise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>
                <a:latin typeface="Calibri" panose="020F0502020204030204" charset="0"/>
                <a:cs typeface="Calibri" panose="020F0502020204030204" charset="0"/>
              </a:rPr>
              <a:t>Studied yearly additions and platform growth patterns.</a:t>
            </a:r>
          </a:p>
          <a:p>
            <a:pPr marL="0" indent="0">
              <a:buNone/>
            </a:pPr>
            <a:endParaRPr lang="en-IN" altLang="en-US" sz="2400">
              <a:latin typeface="Calibri" panose="020F0502020204030204" charset="0"/>
              <a:cs typeface="Calibri" panose="020F050202020403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algn="ctr"/>
            <a:r>
              <a:rPr lang="en-IN" altLang="en-US" sz="4000" dirty="0"/>
              <a:t>EDA 1. Movies vs TV Shows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060315" cy="4876165"/>
          </a:xfrm>
        </p:spPr>
        <p:txBody>
          <a:bodyPr>
            <a:normAutofit fontScale="92500"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en-IN" altLang="en-US" sz="4300" b="1" dirty="0">
                <a:latin typeface="Calibri" panose="020F0502020204030204" charset="0"/>
                <a:cs typeface="Calibri" panose="020F0502020204030204" charset="0"/>
              </a:rPr>
              <a:t>Key Insights: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Netflix has more Movies than TV Shows, showing a stronger focus on film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TV Shows form a smaller but important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portin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of the platform’s 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catalog</a:t>
            </a:r>
            <a:endParaRPr lang="en-IN" altLang="en-US" sz="2400" dirty="0">
              <a:latin typeface="Calibri" panose="020F0502020204030204" charset="0"/>
              <a:cs typeface="Calibri" panose="020F050202020403020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The library </a:t>
            </a:r>
            <a:r>
              <a:rPr lang="en-IN" altLang="en-US" sz="2400" dirty="0" err="1">
                <a:latin typeface="Calibri" panose="020F0502020204030204" charset="0"/>
                <a:cs typeface="Calibri" panose="020F0502020204030204" charset="0"/>
              </a:rPr>
              <a:t>compostition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indicates greater audience reach and quicker content addition through movies.</a:t>
            </a:r>
          </a:p>
        </p:txBody>
      </p:sp>
      <p:pic>
        <p:nvPicPr>
          <p:cNvPr id="7" name="Content Placeholder 6" descr="Screenshot 2025-12-09 143127"/>
          <p:cNvPicPr>
            <a:picLocks noGrp="1" noChangeAspect="1"/>
          </p:cNvPicPr>
          <p:nvPr>
            <p:ph sz="half" idx="2"/>
            <p:custDataLst>
              <p:tags r:id="rId4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172200" y="1459230"/>
            <a:ext cx="5323840" cy="456057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pPr algn="ctr"/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EDA 2. Movie Duration Analysis</a:t>
            </a:r>
          </a:p>
        </p:txBody>
      </p:sp>
      <p:pic>
        <p:nvPicPr>
          <p:cNvPr id="5" name="Content Placeholder 4" descr="Movie_Duration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404110" y="1252855"/>
            <a:ext cx="7431405" cy="493903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109980" y="581660"/>
            <a:ext cx="1038606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09345" y="1511935"/>
            <a:ext cx="10386695" cy="48736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800">
                <a:latin typeface="Calibri" panose="020F0502020204030204" charset="0"/>
                <a:cs typeface="Calibri" panose="020F0502020204030204" charset="0"/>
              </a:rPr>
              <a:t>Most movies on Netflix have a duration of 80 - 120 minutes, following a normal- like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800">
                <a:latin typeface="Calibri" panose="020F0502020204030204" charset="0"/>
                <a:cs typeface="Calibri" panose="020F0502020204030204" charset="0"/>
              </a:rPr>
              <a:t>Very long or very short movies are rare, indicating a preference for standard-length films.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altLang="en-US" sz="2800">
                <a:latin typeface="Calibri" panose="020F0502020204030204" charset="0"/>
                <a:cs typeface="Calibri" panose="020F0502020204030204" charset="0"/>
              </a:rPr>
              <a:t>Duration trends help understand content consumptionpatterns and audience viewing habits</a:t>
            </a:r>
            <a:r>
              <a:rPr lang="en-IN" altLang="en-US" sz="2800"/>
              <a:t>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233680"/>
            <a:ext cx="10800080" cy="1130935"/>
          </a:xfrm>
        </p:spPr>
        <p:txBody>
          <a:bodyPr>
            <a:normAutofit/>
          </a:bodyPr>
          <a:lstStyle/>
          <a:p>
            <a:pPr algn="ctr"/>
            <a:r>
              <a:rPr lang="en-IN" altLang="en-US" sz="3600" dirty="0"/>
              <a:t>EDA 3. </a:t>
            </a:r>
            <a:r>
              <a:rPr lang="en-US" altLang="en-US" sz="3600" dirty="0"/>
              <a:t>Top Countries with Longest Average Movie Duration</a:t>
            </a:r>
          </a:p>
        </p:txBody>
      </p:sp>
      <p:pic>
        <p:nvPicPr>
          <p:cNvPr id="4" name="Content Placeholder 3" descr="top_10_countries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790700" y="1431290"/>
            <a:ext cx="8451215" cy="497332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10310" y="728345"/>
            <a:ext cx="1028573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210310" y="1649095"/>
            <a:ext cx="10285730" cy="48736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charset="0"/>
                <a:cs typeface="Calibri" panose="020F0502020204030204" charset="0"/>
              </a:rPr>
              <a:t>Countries like South Korea, Cambodia, and Somalia produce movies with the longest average runtime.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charset="0"/>
                <a:cs typeface="Calibri" panose="020F0502020204030204" charset="0"/>
              </a:rPr>
              <a:t>Regional differences in movie length highlight cultural and production variations.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charset="0"/>
                <a:cs typeface="Calibri" panose="020F0502020204030204" charset="0"/>
              </a:rPr>
              <a:t>This helps identify markets where longer films are more common and may appeal to specific audiences.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5816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EDA 4</a:t>
            </a:r>
            <a:r>
              <a:rPr lang="en-IN" altLang="en-US" sz="4000" dirty="0"/>
              <a:t>. </a:t>
            </a:r>
            <a:r>
              <a:rPr lang="en-US" altLang="en-US" sz="4000" dirty="0"/>
              <a:t>Seasonal Trend</a:t>
            </a:r>
          </a:p>
        </p:txBody>
      </p:sp>
      <p:pic>
        <p:nvPicPr>
          <p:cNvPr id="4" name="Content Placeholder 3" descr="seasonal_trend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299335" y="1771015"/>
            <a:ext cx="7109460" cy="413639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149985" y="687705"/>
            <a:ext cx="10346055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49350" y="1610360"/>
            <a:ext cx="9961245" cy="48736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Netflix adds content throughout the year, but peaks occur in July, August, and December.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Seasonal upload patterns indicate strategic content releases for higher viewership.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This trend helps understand when the platform invests most in new titles.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5816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EDA 5</a:t>
            </a:r>
            <a:r>
              <a:rPr lang="en-IN" altLang="en-US" sz="4000" dirty="0"/>
              <a:t>. </a:t>
            </a:r>
            <a:r>
              <a:rPr lang="en-US" altLang="en-US" sz="4000" dirty="0"/>
              <a:t>Most Common Genre Combinations</a:t>
            </a:r>
          </a:p>
        </p:txBody>
      </p:sp>
      <p:pic>
        <p:nvPicPr>
          <p:cNvPr id="4" name="Content Placeholder 3" descr="most_common_genre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099185" y="1551940"/>
            <a:ext cx="9992995" cy="462343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05865" y="610870"/>
            <a:ext cx="10192385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304290" y="1648460"/>
            <a:ext cx="10191750" cy="424434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The most frequent genres are Dramas, International Movies, and Documentaries.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Netflix titles often belong to multiple genres, reflecting a focus on diverse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Popular genre combinations indicate audience preferences and platform content strategy.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5816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EDA 6</a:t>
            </a:r>
            <a:r>
              <a:rPr lang="en-IN" altLang="en-US" sz="4000" dirty="0"/>
              <a:t>.</a:t>
            </a:r>
            <a:r>
              <a:rPr lang="en-US" altLang="en-US" sz="4000" dirty="0"/>
              <a:t> Modern vs Older Content (After 2015)</a:t>
            </a:r>
          </a:p>
        </p:txBody>
      </p:sp>
      <p:pic>
        <p:nvPicPr>
          <p:cNvPr id="4" name="Content Placeholder 3" descr="Modern_vs_Older_Content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702050" y="1558290"/>
            <a:ext cx="5330190" cy="461264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151890" y="664210"/>
            <a:ext cx="1034415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52525" y="1833245"/>
            <a:ext cx="10343515" cy="458089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Majority of Netflix titles were released after 2015, showing focus on modern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Older content (before 2015) forms a smaller portion of the library.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Emphasis on recent releases highlights Netflix’s strategy to keep the catalog fresh and relevant.</a:t>
            </a: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5816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EDA 7</a:t>
            </a:r>
            <a:r>
              <a:rPr lang="en-IN" altLang="en-US" sz="4000" dirty="0"/>
              <a:t>. </a:t>
            </a:r>
            <a:r>
              <a:rPr lang="en-US" altLang="en-US" sz="4000" dirty="0"/>
              <a:t>Rating Distribution</a:t>
            </a:r>
          </a:p>
        </p:txBody>
      </p:sp>
      <p:pic>
        <p:nvPicPr>
          <p:cNvPr id="4" name="Content Placeholder 3" descr="rating_distribution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510915" y="1795145"/>
            <a:ext cx="5084445" cy="437642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97915" y="723265"/>
            <a:ext cx="10398125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98550" y="1822450"/>
            <a:ext cx="10397490" cy="454850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TV-MA and TV-14 are the most common ratings on Netflix.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The platform primarily targets mature and teen audiences, while other ratings appear less frequently.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Rating distribution helps understand audience segmentation and content suitability.</a:t>
            </a: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657860"/>
            <a:ext cx="10800080" cy="643890"/>
          </a:xfrm>
        </p:spPr>
        <p:txBody>
          <a:bodyPr>
            <a:noAutofit/>
          </a:bodyPr>
          <a:lstStyle/>
          <a:p>
            <a:pPr algn="ctr"/>
            <a:r>
              <a:rPr lang="en-US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EDA 8</a:t>
            </a:r>
            <a:r>
              <a:rPr lang="en-IN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r>
              <a:rPr lang="en-US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Content Split (Before vs After 2010)</a:t>
            </a:r>
          </a:p>
        </p:txBody>
      </p:sp>
      <p:pic>
        <p:nvPicPr>
          <p:cNvPr id="4" name="Content Placeholder 3" descr="Modern_vs_Older_Content(2010)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486785" y="1645285"/>
            <a:ext cx="5650865" cy="428117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75690" y="587375"/>
            <a:ext cx="1042035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75690" y="1623060"/>
            <a:ext cx="10800080" cy="466725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About 85% of Netflix titles were released after 2010, indicating a strong focus on modern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Only 15% of titles are older than 2010, showing limited classic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The library’s composition reflects Netflix’s strategy to prioritize recent and trending content.</a:t>
            </a: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6000" y="0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Feature Engineering &amp; Additional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06765" y="899816"/>
            <a:ext cx="10389235" cy="487362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Created new features for deeper insights: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- </a:t>
            </a:r>
            <a:r>
              <a:rPr lang="en-US" altLang="en-US" sz="2400" dirty="0" err="1">
                <a:latin typeface="Calibri" panose="020F0502020204030204" charset="0"/>
                <a:cs typeface="Calibri" panose="020F0502020204030204" charset="0"/>
              </a:rPr>
              <a:t>num_genres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Number of genres per title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- </a:t>
            </a:r>
            <a:r>
              <a:rPr lang="en-US" altLang="en-US" sz="2400" dirty="0" err="1">
                <a:latin typeface="Calibri" panose="020F0502020204030204" charset="0"/>
                <a:cs typeface="Calibri" panose="020F0502020204030204" charset="0"/>
              </a:rPr>
              <a:t>content_age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Age of content in years</a:t>
            </a:r>
          </a:p>
          <a:p>
            <a:pPr marL="0" indent="0">
              <a:buNone/>
            </a:pP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        - </a:t>
            </a:r>
            <a:r>
              <a:rPr lang="en-US" altLang="en-US" sz="2400" dirty="0" err="1">
                <a:latin typeface="Calibri" panose="020F0502020204030204" charset="0"/>
                <a:cs typeface="Calibri" panose="020F0502020204030204" charset="0"/>
              </a:rPr>
              <a:t>duration_number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Numeric value extracted from duration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Analyzed multi-genre distribution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Most titles belong to 2–3 genres.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Studied content age distribution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Most titles are recent (under 10 years old).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Calculated average duration for Movies vs TV Shows </a:t>
            </a:r>
            <a:r>
              <a:rPr lang="en-IN" altLang="en-US" sz="2400" dirty="0">
                <a:latin typeface="Calibri" panose="020F0502020204030204" charset="0"/>
                <a:cs typeface="Calibri" panose="020F0502020204030204" charset="0"/>
              </a:rPr>
              <a:t>-</a:t>
            </a: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 Shows structural differences.</a:t>
            </a:r>
          </a:p>
          <a:p>
            <a:pPr marL="0" indent="0">
              <a:buNone/>
            </a:pPr>
            <a:r>
              <a:rPr lang="en-US" altLang="en-US" sz="2400" dirty="0">
                <a:latin typeface="Calibri" panose="020F0502020204030204" charset="0"/>
                <a:cs typeface="Calibri" panose="020F0502020204030204" charset="0"/>
              </a:rPr>
              <a:t>Overall: These engineered features help better understand trends, patterns, and audience preferences.</a:t>
            </a: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4038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Feature Analysis 1</a:t>
            </a:r>
            <a:r>
              <a:rPr lang="en-IN" altLang="en-US" sz="4000" dirty="0"/>
              <a:t>. </a:t>
            </a:r>
            <a:r>
              <a:rPr altLang="en-US" sz="4000" dirty="0">
                <a:sym typeface="+mn-ea"/>
              </a:rPr>
              <a:t>Number of Genres per Title</a:t>
            </a:r>
            <a:endParaRPr lang="en-IN" alt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95960" y="992504"/>
            <a:ext cx="10800000" cy="48736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altLang="en-US" sz="3200"/>
          </a:p>
          <a:p>
            <a:pPr marL="0" indent="0" algn="ctr">
              <a:buNone/>
            </a:pPr>
            <a:endParaRPr lang="en-US" sz="3200"/>
          </a:p>
        </p:txBody>
      </p:sp>
      <p:pic>
        <p:nvPicPr>
          <p:cNvPr id="4" name="Picture 3" descr="Count_number_of_genr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3135" y="1560830"/>
            <a:ext cx="5461000" cy="483298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35050" y="901065"/>
            <a:ext cx="1046099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35050" y="1938655"/>
            <a:ext cx="10460990" cy="455549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  <a:sym typeface="+mn-ea"/>
              </a:rPr>
              <a:t>Most Netflix titles belong to 2–3 genres, showing a multi-genre strategy.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  <a:sym typeface="+mn-ea"/>
              </a:rPr>
              <a:t>Few titles have only 1 genre, indicating limited single-category content.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  <a:sym typeface="+mn-ea"/>
              </a:rPr>
              <a:t>Multi-genre content helps Netflix appeal to diverse audiences and increase engagement.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>
              <a:latin typeface="Calibri" panose="020F0502020204030204" charset="0"/>
              <a:cs typeface="Calibri" panose="020F05020202040302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98550" y="508635"/>
            <a:ext cx="1039749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98550" y="1514475"/>
            <a:ext cx="10397490" cy="487362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Netflix has more Movies than TV Shows.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Majority of titles were released after 2015.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TV-MA and TV-14 are the most common ratings.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Most movies are 80–120 minutes long.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Popular genres: Dramas, International Movies, Documentaries.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Content is mostly recent (under 10 years old).</a:t>
            </a:r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pPr algn="ctr"/>
            <a:r>
              <a:rPr lang="en-US" altLang="en-US"/>
              <a:t>Feature Analysis 2 – Content Age Distribution</a:t>
            </a:r>
          </a:p>
        </p:txBody>
      </p:sp>
      <p:pic>
        <p:nvPicPr>
          <p:cNvPr id="4" name="Content Placeholder 3" descr="distribution_of_content_age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717800" y="1491615"/>
            <a:ext cx="6617970" cy="471233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98550" y="911860"/>
            <a:ext cx="10397490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98550" y="1969770"/>
            <a:ext cx="10397490" cy="4491990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Most Netflix titles are recent, released within the last 10 years.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Older titles are less common, showing Netflix’s focus on modern and trending content.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Content age distribution helps understand platform strategy for catalog freshness.</a:t>
            </a:r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306070"/>
            <a:ext cx="10800080" cy="1101725"/>
          </a:xfrm>
        </p:spPr>
        <p:txBody>
          <a:bodyPr>
            <a:noAutofit/>
          </a:bodyPr>
          <a:lstStyle/>
          <a:p>
            <a:pPr algn="ctr"/>
            <a:r>
              <a:rPr lang="en-US" altLang="en-US" sz="4000" dirty="0"/>
              <a:t>Feature Analysis 3</a:t>
            </a:r>
            <a:r>
              <a:rPr lang="en-IN" altLang="en-US" sz="4000" dirty="0"/>
              <a:t>.</a:t>
            </a:r>
            <a:br>
              <a:rPr lang="en-US" altLang="en-US" sz="4000" dirty="0"/>
            </a:br>
            <a:r>
              <a:rPr lang="en-US" altLang="en-US" sz="4000" dirty="0"/>
              <a:t>Duration Analysis (Movies vs TV Shows)</a:t>
            </a:r>
          </a:p>
        </p:txBody>
      </p:sp>
      <p:pic>
        <p:nvPicPr>
          <p:cNvPr id="4" name="Content Placeholder 3" descr=".pavg_duration_of_movies_vs_ TV_shows"/>
          <p:cNvPicPr>
            <a:picLocks noGrp="1" noChangeAspect="1"/>
          </p:cNvPicPr>
          <p:nvPr>
            <p:ph idx="1"/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693160" y="1605915"/>
            <a:ext cx="5071110" cy="47910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087755" y="719455"/>
            <a:ext cx="10408285" cy="720090"/>
          </a:xfrm>
        </p:spPr>
        <p:txBody>
          <a:bodyPr>
            <a:normAutofit/>
          </a:bodyPr>
          <a:lstStyle/>
          <a:p>
            <a:r>
              <a:rPr lang="en-IN" altLang="en-US" sz="4000" dirty="0"/>
              <a:t>Key Insights: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087755" y="1779270"/>
            <a:ext cx="10408285" cy="4449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Movies have a much higher average duration (~100 minutes) compared to TV Shows.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TV Shows typically have 1–2 seasons on average, showing a clear structural difference.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This highlights different consumption patterns and production approaches for each content type.</a:t>
            </a:r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95960" y="581615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en-US" sz="4000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1162685" y="1439545"/>
            <a:ext cx="10333355" cy="473583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IN" altLang="en-US" sz="2800">
                <a:latin typeface="Calibri" panose="020F0502020204030204" charset="0"/>
                <a:cs typeface="Calibri" panose="020F0502020204030204" charset="0"/>
              </a:rPr>
              <a:t>P</a:t>
            </a: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roject provided insights into Netflix content trends through cleaning, EDA, and feature engineering.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Netflix mainly focuses on modern, multi-genre content.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Movies dominate the platform, while TV Shows provide long-term engagement.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800">
                <a:latin typeface="Calibri" panose="020F0502020204030204" charset="0"/>
                <a:cs typeface="Calibri" panose="020F0502020204030204" charset="0"/>
              </a:rPr>
              <a:t>Feature engineering helped uncover patterns in genres, duration, and content age.</a:t>
            </a:r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 idx="8"/>
            <p:custDataLst>
              <p:tags r:id="rId2"/>
            </p:custDataLst>
          </p:nvPr>
        </p:nvSpPr>
        <p:spPr>
          <a:xfrm>
            <a:off x="4119245" y="2440305"/>
            <a:ext cx="7854315" cy="1741805"/>
          </a:xfrm>
        </p:spPr>
        <p:txBody>
          <a:bodyPr>
            <a:normAutofit/>
          </a:bodyPr>
          <a:lstStyle/>
          <a:p>
            <a:pPr algn="ctr"/>
            <a:r>
              <a:rPr lang="en-IN" altLang="en-US" sz="8800" dirty="0"/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798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6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798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PECIAL_SOURCE" val="bdnull"/>
  <p:tag name="KSO_WM_TEMPLATE_THUMBS_INDEX" val="1、9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798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Click to add subtitle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&#10;添加文档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2*i*2"/>
  <p:tag name="KSO_WM_UNIT_LAYERLEVEL" val="1"/>
  <p:tag name="KSO_WM_TAG_VERSION" val="3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1"/>
  <p:tag name="KSO_WM_UNIT_ISNUMDGMTITLE" val="0"/>
  <p:tag name="KSO_WM_UNIT_PRESET_TEXT" val="单击此处编辑标题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RESET_TEXT" val="01"/>
  <p:tag name="KSO_WM_UNIT_NOCLEAR" val="0"/>
  <p:tag name="KSO_WM_UNIT_VALUE" val="6"/>
  <p:tag name="KSO_WM_UNIT_HIGHLIGHT" val="0"/>
  <p:tag name="KSO_WM_UNIT_COMPATIBLE" val="1"/>
  <p:tag name="KSO_WM_UNIT_DIAGRAM_ISNUMVISUAL" val="0"/>
  <p:tag name="KSO_WM_UNIT_DIAGRAM_ISREFERUNIT" val="0"/>
  <p:tag name="KSO_WM_UNIT_CONTENT_GROUP_TYPE" val="contentchip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添加章节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5*i*2"/>
  <p:tag name="KSO_WM_UNIT_LAYERLEVEL" val="1"/>
  <p:tag name="KSO_WM_TAG_VERSION" val="3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8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8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titlestyle"/>
  <p:tag name="KSO_WM_UNIT_TYPE" val="i"/>
  <p:tag name="KSO_WM_UNIT_INDEX" val="2"/>
  <p:tag name="KSO_WM_UNIT_ID" val="_10*i*2"/>
  <p:tag name="KSO_WM_UNIT_LAYERLEVEL" val="1"/>
  <p:tag name="KSO_WM_TAG_VERSION" val="3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b"/>
  <p:tag name="KSO_WM_UNIT_PRESET_TEXT" val="汇报人：稻小壳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感谢您的观看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1*i*8"/>
  <p:tag name="KSO_WM_UNIT_LAYERLEVEL" val="1"/>
  <p:tag name="KSO_WM_TAG_VERSION" val="3.0"/>
  <p:tag name="KSO_WM_BEAUTIFY_FLAG" val="#wm#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PECIAL_SOURCE" val="bdnull"/>
  <p:tag name="KSO_WM_TEMPLATE_THUMBS_INDEX" val="1、9"/>
  <p:tag name="KSO_WM_SLIDE_CONTENT_AREA" val="{&quot;left&quot;:&quot;67.6&quot;,&quot;top&quot;:&quot;105.7&quot;,&quot;width&quot;:&quot;576.4&quot;,&quot;height&quot;:&quot;343.95&quot;}"/>
  <p:tag name="KSO_WM_SLIDE_ID" val="custom20237984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7984"/>
  <p:tag name="KSO_WM_SLIDE_LAYOUT" val="a_b_f"/>
  <p:tag name="KSO_WM_SLIDE_LAYOUT_CNT" val="1_1_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b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f"/>
  <p:tag name="KSO_WM_UNIT_INDEX" val="1"/>
  <p:tag name="KSO_WM_UNIT_ID" val="custom20237984_1*f*1"/>
  <p:tag name="KSO_WM_TEMPLATE_CATEGORY" val="custom"/>
  <p:tag name="KSO_WM_TEMPLATE_INDEX" val="20237984"/>
  <p:tag name="KSO_WM_UNIT_LAYERLEVEL" val="1"/>
  <p:tag name="KSO_WM_TAG_VERSION" val="3.0"/>
  <p:tag name="KSO_WM_BEAUTIFY_FLAG" val="#wm#"/>
  <p:tag name="KSO_WM_UNIT_PRESET_TEXT" val="Nam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7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b"/>
  <p:tag name="KSO_WM_UNIT_INDEX" val="1"/>
  <p:tag name="KSO_WM_UNIT_ID" val="custom20237984_1*b*1"/>
  <p:tag name="KSO_WM_TEMPLATE_CATEGORY" val="custom"/>
  <p:tag name="KSO_WM_TEMPLATE_INDEX" val="20237984"/>
  <p:tag name="KSO_WM_UNIT_LAYERLEVEL" val="1"/>
  <p:tag name="KSO_WM_TAG_VERSION" val="3.0"/>
  <p:tag name="KSO_WM_BEAUTIFY_FLAG" val="#wm#"/>
  <p:tag name="KSO_WM_UNIT_PRESET_TEXT" val="Click to add sub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7984_1*a*1"/>
  <p:tag name="KSO_WM_TEMPLATE_CATEGORY" val="custom"/>
  <p:tag name="KSO_WM_TEMPLATE_INDEX" val="20237984"/>
  <p:tag name="KSO_WM_UNIT_LAYERLEVEL" val="1"/>
  <p:tag name="KSO_WM_TAG_VERSION" val="3.0"/>
  <p:tag name="KSO_WM_BEAUTIFY_FLAG" val="#wm#"/>
  <p:tag name="KSO_WM_UNIT_PRESET_TEXT" val="The title goes her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8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28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37984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PECIAL_SOURCE" val="bdnull"/>
  <p:tag name="KSO_WM_SLIDE_CONTENT_AREA" val="{&quot;left&quot;:&quot;347&quot;,&quot;top&quot;:&quot;105.7&quot;,&quot;width&quot;:&quot;576.4&quot;,&quot;height&quot;:&quot;343.95&quot;}"/>
  <p:tag name="KSO_WM_SLIDE_ID" val="custom20237984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7984"/>
  <p:tag name="KSO_WM_SLIDE_LAYOUT" val="a_f"/>
  <p:tag name="KSO_WM_SLIDE_LAYOUT_CNT" val="1_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CONTENT_GROUP_TYPE" val="contentchip"/>
  <p:tag name="KSO_WM_UNIT_TYPE" val="a"/>
  <p:tag name="KSO_WM_UNIT_INDEX" val="1"/>
  <p:tag name="KSO_WM_UNIT_ID" val="custom20237984_9*a*1"/>
  <p:tag name="KSO_WM_TEMPLATE_CATEGORY" val="custom"/>
  <p:tag name="KSO_WM_TEMPLATE_INDEX" val="20237984"/>
  <p:tag name="KSO_WM_UNIT_LAYERLEVEL" val="1"/>
  <p:tag name="KSO_WM_TAG_VERSION" val="3.0"/>
  <p:tag name="KSO_WM_BEAUTIFY_FLAG" val="#wm#"/>
  <p:tag name="KSO_WM_UNIT_PRESET_TEXT" val="THANK YOU"/>
</p:tagLst>
</file>

<file path=ppt/theme/theme1.xml><?xml version="1.0" encoding="utf-8"?>
<a:theme xmlns:a="http://schemas.openxmlformats.org/drawingml/2006/main" name="1_Office Theme">
  <a:themeElements>
    <a:clrScheme name="自定义 57">
      <a:dk1>
        <a:srgbClr val="000000"/>
      </a:dk1>
      <a:lt1>
        <a:srgbClr val="FFFFFF"/>
      </a:lt1>
      <a:dk2>
        <a:srgbClr val="421B00"/>
      </a:dk2>
      <a:lt2>
        <a:srgbClr val="FFF0E7"/>
      </a:lt2>
      <a:accent1>
        <a:srgbClr val="FF6600"/>
      </a:accent1>
      <a:accent2>
        <a:srgbClr val="53A6EB"/>
      </a:accent2>
      <a:accent3>
        <a:srgbClr val="45CB98"/>
      </a:accent3>
      <a:accent4>
        <a:srgbClr val="FFB03B"/>
      </a:accent4>
      <a:accent5>
        <a:srgbClr val="EC5E3C"/>
      </a:accent5>
      <a:accent6>
        <a:srgbClr val="EC4A7C"/>
      </a:accent6>
      <a:hlink>
        <a:srgbClr val="0563C1"/>
      </a:hlink>
      <a:folHlink>
        <a:srgbClr val="954D72"/>
      </a:folHlink>
    </a:clrScheme>
    <a:fontScheme name="Manrope ExtraBold +Lato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1332</Words>
  <Application>Microsoft Office PowerPoint</Application>
  <PresentationFormat>Widescreen</PresentationFormat>
  <Paragraphs>152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Arial Rounded MT Bold</vt:lpstr>
      <vt:lpstr>Calibri</vt:lpstr>
      <vt:lpstr>Lato</vt:lpstr>
      <vt:lpstr>Manrope ExtraBold</vt:lpstr>
      <vt:lpstr>Wingdings</vt:lpstr>
      <vt:lpstr>1_Office Theme</vt:lpstr>
      <vt:lpstr>   Netflix Data Analysis</vt:lpstr>
      <vt:lpstr>Introduction</vt:lpstr>
      <vt:lpstr>Objectives</vt:lpstr>
      <vt:lpstr>Tools Used</vt:lpstr>
      <vt:lpstr>Dataset Description</vt:lpstr>
      <vt:lpstr>Key Columns</vt:lpstr>
      <vt:lpstr>Data Cleaning</vt:lpstr>
      <vt:lpstr>YData Profiling Observation</vt:lpstr>
      <vt:lpstr>Exploratory Data Analysis (EDA)</vt:lpstr>
      <vt:lpstr>EDA 1. Movies vs TV Shows</vt:lpstr>
      <vt:lpstr>EDA 2. Movie Duration Analysis</vt:lpstr>
      <vt:lpstr>Key Insights:</vt:lpstr>
      <vt:lpstr>EDA 3. Top Countries with Longest Average Movie Duration</vt:lpstr>
      <vt:lpstr>Key Insights:</vt:lpstr>
      <vt:lpstr>EDA 4. Seasonal Trend</vt:lpstr>
      <vt:lpstr>Key Insights:</vt:lpstr>
      <vt:lpstr>EDA 5. Most Common Genre Combinations</vt:lpstr>
      <vt:lpstr>Key Insights:</vt:lpstr>
      <vt:lpstr>EDA 6. Modern vs Older Content (After 2015)</vt:lpstr>
      <vt:lpstr>Key Insights:</vt:lpstr>
      <vt:lpstr>EDA 7. Rating Distribution</vt:lpstr>
      <vt:lpstr>Key Insights:</vt:lpstr>
      <vt:lpstr>EDA 8. Content Split (Before vs After 2010)</vt:lpstr>
      <vt:lpstr>Key Insights:</vt:lpstr>
      <vt:lpstr>Feature Engineering &amp; Additional EDA</vt:lpstr>
      <vt:lpstr>Feature Analysis 1. Number of Genres per Title</vt:lpstr>
      <vt:lpstr>Key Insights:</vt:lpstr>
      <vt:lpstr>Key Insights from Analysis</vt:lpstr>
      <vt:lpstr>Feature Analysis 2 – Content Age Distribution</vt:lpstr>
      <vt:lpstr>Key Insights:</vt:lpstr>
      <vt:lpstr>Feature Analysis 3. Duration Analysis (Movies vs TV Shows)</vt:lpstr>
      <vt:lpstr>Key Insights: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sathv</dc:creator>
  <cp:lastModifiedBy>sathvika chary</cp:lastModifiedBy>
  <cp:revision>7</cp:revision>
  <dcterms:created xsi:type="dcterms:W3CDTF">2025-07-23T00:59:00Z</dcterms:created>
  <dcterms:modified xsi:type="dcterms:W3CDTF">2025-12-23T15:41:03Z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036E0E7724A5460C8EEF1AA05EAEA493_13</vt:lpwstr>
  </property>
  <property fmtid="{D5CDD505-2E9C-101B-9397-08002B2CF9AE}" pid="3" name="KSOProductBuildVer">
    <vt:lpwstr>1033-12.2.0.23155</vt:lpwstr>
  </property>
</Properties>
</file>